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el Simiakis" userId="a3a10e4bda652fc6" providerId="LiveId" clId="{873AC21E-F672-4393-96BF-6E18A110DEF3}"/>
    <pc:docChg chg="modSld">
      <pc:chgData name="Axel Simiakis" userId="a3a10e4bda652fc6" providerId="LiveId" clId="{873AC21E-F672-4393-96BF-6E18A110DEF3}" dt="2026-03-02T18:34:06.875" v="16" actId="14100"/>
      <pc:docMkLst>
        <pc:docMk/>
      </pc:docMkLst>
      <pc:sldChg chg="addSp modSp mod">
        <pc:chgData name="Axel Simiakis" userId="a3a10e4bda652fc6" providerId="LiveId" clId="{873AC21E-F672-4393-96BF-6E18A110DEF3}" dt="2026-03-02T18:34:06.875" v="16" actId="14100"/>
        <pc:sldMkLst>
          <pc:docMk/>
          <pc:sldMk cId="0" sldId="259"/>
        </pc:sldMkLst>
        <pc:picChg chg="add mod">
          <ac:chgData name="Axel Simiakis" userId="a3a10e4bda652fc6" providerId="LiveId" clId="{873AC21E-F672-4393-96BF-6E18A110DEF3}" dt="2026-03-02T18:34:06.875" v="16" actId="14100"/>
          <ac:picMkLst>
            <pc:docMk/>
            <pc:sldMk cId="0" sldId="259"/>
            <ac:picMk id="5" creationId="{38613729-BD6D-373C-269C-1DCFBF49DBDC}"/>
          </ac:picMkLst>
        </pc:picChg>
      </pc:sldChg>
      <pc:sldChg chg="addSp modSp mod">
        <pc:chgData name="Axel Simiakis" userId="a3a10e4bda652fc6" providerId="LiveId" clId="{873AC21E-F672-4393-96BF-6E18A110DEF3}" dt="2026-03-02T18:30:18.691" v="3" actId="1076"/>
        <pc:sldMkLst>
          <pc:docMk/>
          <pc:sldMk cId="0" sldId="262"/>
        </pc:sldMkLst>
        <pc:picChg chg="add mod">
          <ac:chgData name="Axel Simiakis" userId="a3a10e4bda652fc6" providerId="LiveId" clId="{873AC21E-F672-4393-96BF-6E18A110DEF3}" dt="2026-03-02T18:30:18.691" v="3" actId="1076"/>
          <ac:picMkLst>
            <pc:docMk/>
            <pc:sldMk cId="0" sldId="262"/>
            <ac:picMk id="5" creationId="{B38CAD6B-E611-AC71-25B8-CD82D9D012B6}"/>
          </ac:picMkLst>
        </pc:picChg>
      </pc:sldChg>
      <pc:sldChg chg="addSp modSp mod">
        <pc:chgData name="Axel Simiakis" userId="a3a10e4bda652fc6" providerId="LiveId" clId="{873AC21E-F672-4393-96BF-6E18A110DEF3}" dt="2026-03-02T18:32:48.870" v="10" actId="1076"/>
        <pc:sldMkLst>
          <pc:docMk/>
          <pc:sldMk cId="0" sldId="265"/>
        </pc:sldMkLst>
        <pc:picChg chg="add mod">
          <ac:chgData name="Axel Simiakis" userId="a3a10e4bda652fc6" providerId="LiveId" clId="{873AC21E-F672-4393-96BF-6E18A110DEF3}" dt="2026-03-02T18:32:48.870" v="10" actId="1076"/>
          <ac:picMkLst>
            <pc:docMk/>
            <pc:sldMk cId="0" sldId="265"/>
            <ac:picMk id="5" creationId="{305F513E-C52D-CABA-184E-F6990D4BB25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Utánfutó Bérlő Rendszer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Desktop alkalmazás</a:t>
            </a:r>
          </a:p>
          <a:p>
            <a:pPr lvl="1"/>
            <a:r>
              <a:t>Python 3.13 + PySide6</a:t>
            </a:r>
          </a:p>
          <a:p>
            <a:pPr lvl="1"/>
            <a:r>
              <a:t>SQLite + SQLAlchemy 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Projekt Célja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asztali bérlő rendszer fejlesztése</a:t>
            </a:r>
          </a:p>
          <a:p>
            <a:pPr lvl="1"/>
            <a:r>
              <a:t>Biztonságos hitelesítés</a:t>
            </a:r>
          </a:p>
          <a:p>
            <a:pPr lvl="1"/>
            <a:r>
              <a:t>Időintervallum alapú foglalás</a:t>
            </a:r>
          </a:p>
          <a:p>
            <a:pPr lvl="1"/>
            <a:r>
              <a:t>Skálázható architektúra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Használt Technológiák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3.13</a:t>
            </a:r>
          </a:p>
          <a:p>
            <a:pPr lvl="1"/>
            <a:r>
              <a:t>PySide6 UI framework</a:t>
            </a:r>
          </a:p>
          <a:p>
            <a:pPr lvl="1"/>
            <a:r>
              <a:t>SQLite adatbázis</a:t>
            </a:r>
          </a:p>
          <a:p>
            <a:pPr lvl="1"/>
            <a:r>
              <a:t>SQLAlchemy ORM</a:t>
            </a:r>
          </a:p>
          <a:p>
            <a:pPr lvl="1"/>
            <a:r>
              <a:t>Google OAuth bejelentkezés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Fő Funkciók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Regisztráció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bejelentkezés</a:t>
            </a:r>
            <a:endParaRPr dirty="0"/>
          </a:p>
          <a:p>
            <a:pPr lvl="1"/>
            <a:r>
              <a:rPr dirty="0"/>
              <a:t>Google login</a:t>
            </a:r>
          </a:p>
          <a:p>
            <a:pPr lvl="1"/>
            <a:r>
              <a:rPr dirty="0" err="1"/>
              <a:t>Utánfutók</a:t>
            </a:r>
            <a:r>
              <a:rPr dirty="0"/>
              <a:t> </a:t>
            </a:r>
            <a:r>
              <a:rPr dirty="0" err="1"/>
              <a:t>böngészése</a:t>
            </a:r>
            <a:endParaRPr dirty="0"/>
          </a:p>
          <a:p>
            <a:pPr lvl="1"/>
            <a:r>
              <a:rPr dirty="0" err="1"/>
              <a:t>Foglalás</a:t>
            </a:r>
            <a:r>
              <a:rPr dirty="0"/>
              <a:t> </a:t>
            </a:r>
            <a:r>
              <a:rPr dirty="0" err="1"/>
              <a:t>időintervallum</a:t>
            </a:r>
            <a:r>
              <a:rPr dirty="0"/>
              <a:t> </a:t>
            </a:r>
            <a:r>
              <a:rPr dirty="0" err="1"/>
              <a:t>alapján</a:t>
            </a:r>
            <a:endParaRPr dirty="0"/>
          </a:p>
          <a:p>
            <a:pPr lvl="1"/>
            <a:r>
              <a:rPr dirty="0" err="1"/>
              <a:t>Fizetési</a:t>
            </a:r>
            <a:r>
              <a:rPr dirty="0"/>
              <a:t> </a:t>
            </a:r>
            <a:r>
              <a:rPr dirty="0" err="1"/>
              <a:t>mód</a:t>
            </a:r>
            <a:r>
              <a:rPr dirty="0"/>
              <a:t> </a:t>
            </a:r>
            <a:r>
              <a:rPr dirty="0" err="1"/>
              <a:t>választás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8613729-BD6D-373C-269C-1DCFBF49D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305" y="4038050"/>
            <a:ext cx="4675695" cy="2819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Architektúra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MVVM-szerű felépítés</a:t>
            </a:r>
          </a:p>
          <a:p>
            <a:pPr lvl="1"/>
            <a:r>
              <a:t>UI (views)</a:t>
            </a:r>
          </a:p>
          <a:p>
            <a:pPr lvl="1"/>
            <a:r>
              <a:t>ViewModel (üzleti logika)</a:t>
            </a:r>
          </a:p>
          <a:p>
            <a:pPr lvl="1"/>
            <a:r>
              <a:t>Models (ORM)</a:t>
            </a:r>
          </a:p>
          <a:p>
            <a:pPr lvl="1"/>
            <a:r>
              <a:t>SQLite adatbázis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Projekt Struktúra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app.py – navigáció és session kezelés</a:t>
            </a:r>
          </a:p>
          <a:p>
            <a:pPr lvl="1"/>
            <a:r>
              <a:t>database.py – adatbázis kapcsolat</a:t>
            </a:r>
          </a:p>
          <a:p>
            <a:pPr lvl="1"/>
            <a:r>
              <a:t>session_manager.py – login állapot</a:t>
            </a:r>
          </a:p>
          <a:p>
            <a:pPr lvl="1"/>
            <a:r>
              <a:t>models/ – ORM adatmodellek</a:t>
            </a:r>
          </a:p>
          <a:p>
            <a:pPr lvl="1"/>
            <a:r>
              <a:t>viewmodels/ – üzleti logika</a:t>
            </a:r>
          </a:p>
          <a:p>
            <a:pPr lvl="1"/>
            <a:r>
              <a:t>views/ – UI réteg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Adatbázis Modell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Users, Roles</a:t>
            </a:r>
          </a:p>
          <a:p>
            <a:pPr lvl="1"/>
            <a:r>
              <a:rPr lang="hu-HU" dirty="0"/>
              <a:t>3 N forma</a:t>
            </a:r>
          </a:p>
          <a:p>
            <a:pPr lvl="1"/>
            <a:r>
              <a:rPr dirty="0" err="1"/>
              <a:t>TrailerTypes</a:t>
            </a:r>
            <a:r>
              <a:rPr dirty="0"/>
              <a:t>, Trailers</a:t>
            </a:r>
          </a:p>
          <a:p>
            <a:pPr lvl="1"/>
            <a:r>
              <a:rPr dirty="0"/>
              <a:t>Bookings</a:t>
            </a:r>
          </a:p>
          <a:p>
            <a:pPr lvl="1"/>
            <a:r>
              <a:rPr dirty="0"/>
              <a:t>Payments, Invoices</a:t>
            </a:r>
          </a:p>
          <a:p>
            <a:pPr lvl="1"/>
            <a:r>
              <a:rPr dirty="0" err="1"/>
              <a:t>PriceHistory</a:t>
            </a:r>
            <a:r>
              <a:rPr dirty="0"/>
              <a:t>, </a:t>
            </a:r>
            <a:r>
              <a:rPr dirty="0" err="1"/>
              <a:t>AuditLog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38CAD6B-E611-AC71-25B8-CD82D9D01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878" y="1524785"/>
            <a:ext cx="4572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Miért</a:t>
            </a:r>
            <a:r>
              <a:rPr dirty="0"/>
              <a:t> 3NF?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Nincs redundáns adattárolás</a:t>
            </a:r>
          </a:p>
          <a:p>
            <a:pPr lvl="1"/>
            <a:r>
              <a:t>Ár változás külön PriceHistory táblában</a:t>
            </a:r>
          </a:p>
          <a:p>
            <a:pPr lvl="1"/>
            <a:r>
              <a:t>Szerepkör külön Roles táblában</a:t>
            </a:r>
          </a:p>
          <a:p>
            <a:pPr lvl="1"/>
            <a:r>
              <a:t>Fizetés külön Payments entitásban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Foglalási Logika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start_datetime – end_datetime alapú rendszer</a:t>
            </a:r>
          </a:p>
          <a:p>
            <a:pPr lvl="1"/>
            <a:r>
              <a:t>Ütközés ellenőrzés időintervallum alapján</a:t>
            </a:r>
          </a:p>
          <a:p>
            <a:pPr lvl="1"/>
            <a:r>
              <a:t>Több foglalás lehetséges egy felhasználónak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Fizetési Rendszer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Utánvét</a:t>
            </a:r>
          </a:p>
          <a:p>
            <a:pPr lvl="1"/>
            <a:r>
              <a:t>PayPal</a:t>
            </a:r>
          </a:p>
          <a:p>
            <a:pPr lvl="1"/>
            <a:r>
              <a:t>Bankkártya</a:t>
            </a:r>
          </a:p>
          <a:p>
            <a:pPr lvl="1"/>
            <a:r>
              <a:t>24 órás lemondási szabály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Biztonság és Stabilitás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Jelszó hash-elés</a:t>
            </a:r>
          </a:p>
          <a:p>
            <a:pPr lvl="1"/>
            <a:r>
              <a:t>Email unique constraint</a:t>
            </a:r>
          </a:p>
          <a:p>
            <a:pPr lvl="1"/>
            <a:r>
              <a:t>Session alapú hitelesítés</a:t>
            </a:r>
          </a:p>
          <a:p>
            <a:pPr lvl="1"/>
            <a:r>
              <a:t>Soft delete támogatás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05F513E-C52D-CABA-184E-F6990D4BB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454" y="3729753"/>
            <a:ext cx="5093488" cy="30560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Skálázhatóság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panel bővíthetőség</a:t>
            </a:r>
          </a:p>
          <a:p>
            <a:pPr lvl="1"/>
            <a:r>
              <a:t>PDF számlázás lehetőség</a:t>
            </a:r>
          </a:p>
          <a:p>
            <a:pPr lvl="1"/>
            <a:r>
              <a:t>Statisztikai modul</a:t>
            </a:r>
          </a:p>
          <a:p>
            <a:pPr lvl="1"/>
            <a:r>
              <a:t>Migration rendszer bevezethető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Összegzés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Python alapú rendszer</a:t>
            </a:r>
          </a:p>
          <a:p>
            <a:pPr lvl="1"/>
            <a:r>
              <a:t>Tiszta rétegzett architektúra</a:t>
            </a:r>
          </a:p>
          <a:p>
            <a:pPr lvl="1"/>
            <a:r>
              <a:t>Valós üzleti logika implementálva</a:t>
            </a:r>
          </a:p>
          <a:p>
            <a:pPr lvl="1"/>
            <a:r>
              <a:t>További fejlesztésekre előkészítve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220</Words>
  <Application>Microsoft Office PowerPoint</Application>
  <PresentationFormat>Diavetítés a képernyőre (4:3 oldalarány)</PresentationFormat>
  <Paragraphs>70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Utánfutó Bérlő Rendszer</vt:lpstr>
      <vt:lpstr>Projekt Célja</vt:lpstr>
      <vt:lpstr>Használt Technológiák</vt:lpstr>
      <vt:lpstr>Fő Funkciók</vt:lpstr>
      <vt:lpstr>Architektúra</vt:lpstr>
      <vt:lpstr>Projekt Struktúra</vt:lpstr>
      <vt:lpstr>Adatbázis Modell</vt:lpstr>
      <vt:lpstr>Miért 3NF?</vt:lpstr>
      <vt:lpstr>Foglalási Logika</vt:lpstr>
      <vt:lpstr>Fizetési Rendszer</vt:lpstr>
      <vt:lpstr>Biztonság és Stabilitás</vt:lpstr>
      <vt:lpstr>Skálázhatóság</vt:lpstr>
      <vt:lpstr>Összegzés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Axel Simiakis</cp:lastModifiedBy>
  <cp:revision>2</cp:revision>
  <dcterms:created xsi:type="dcterms:W3CDTF">2013-01-27T09:14:16Z</dcterms:created>
  <dcterms:modified xsi:type="dcterms:W3CDTF">2026-03-02T18:34:24Z</dcterms:modified>
  <cp:category/>
</cp:coreProperties>
</file>