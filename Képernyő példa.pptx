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el Simiakis" userId="a3a10e4bda652fc6" providerId="LiveId" clId="{873AC21E-F672-4393-96BF-6E18A110DEF3}"/>
    <pc:docChg chg="custSel addSld modSld">
      <pc:chgData name="Axel Simiakis" userId="a3a10e4bda652fc6" providerId="LiveId" clId="{873AC21E-F672-4393-96BF-6E18A110DEF3}" dt="2026-02-13T07:59:22.504" v="521" actId="2711"/>
      <pc:docMkLst>
        <pc:docMk/>
      </pc:docMkLst>
      <pc:sldChg chg="addSp modSp mod">
        <pc:chgData name="Axel Simiakis" userId="a3a10e4bda652fc6" providerId="LiveId" clId="{873AC21E-F672-4393-96BF-6E18A110DEF3}" dt="2026-02-13T07:29:57.723" v="455" actId="1076"/>
        <pc:sldMkLst>
          <pc:docMk/>
          <pc:sldMk cId="4043865817" sldId="256"/>
        </pc:sldMkLst>
        <pc:spChg chg="mod">
          <ac:chgData name="Axel Simiakis" userId="a3a10e4bda652fc6" providerId="LiveId" clId="{873AC21E-F672-4393-96BF-6E18A110DEF3}" dt="2026-02-13T07:06:31.044" v="11" actId="207"/>
          <ac:spMkLst>
            <pc:docMk/>
            <pc:sldMk cId="4043865817" sldId="256"/>
            <ac:spMk id="5" creationId="{B4CFEB06-1245-36DA-D400-DB7A105CF287}"/>
          </ac:spMkLst>
        </pc:spChg>
        <pc:spChg chg="mod">
          <ac:chgData name="Axel Simiakis" userId="a3a10e4bda652fc6" providerId="LiveId" clId="{873AC21E-F672-4393-96BF-6E18A110DEF3}" dt="2026-02-13T07:06:12.143" v="9" actId="207"/>
          <ac:spMkLst>
            <pc:docMk/>
            <pc:sldMk cId="4043865817" sldId="256"/>
            <ac:spMk id="11" creationId="{CE124DB6-4031-BD9C-55CD-8B2AC4135FBA}"/>
          </ac:spMkLst>
        </pc:spChg>
        <pc:spChg chg="mod">
          <ac:chgData name="Axel Simiakis" userId="a3a10e4bda652fc6" providerId="LiveId" clId="{873AC21E-F672-4393-96BF-6E18A110DEF3}" dt="2026-02-13T07:06:45.224" v="13" actId="207"/>
          <ac:spMkLst>
            <pc:docMk/>
            <pc:sldMk cId="4043865817" sldId="256"/>
            <ac:spMk id="13" creationId="{BB6D5846-5736-E07E-F955-BF44B13087C2}"/>
          </ac:spMkLst>
        </pc:spChg>
        <pc:spChg chg="mod">
          <ac:chgData name="Axel Simiakis" userId="a3a10e4bda652fc6" providerId="LiveId" clId="{873AC21E-F672-4393-96BF-6E18A110DEF3}" dt="2026-02-13T07:29:52.592" v="454"/>
          <ac:spMkLst>
            <pc:docMk/>
            <pc:sldMk cId="4043865817" sldId="256"/>
            <ac:spMk id="15" creationId="{7DCC8581-8E06-9DA3-DA94-03CFF6F279BD}"/>
          </ac:spMkLst>
        </pc:spChg>
        <pc:spChg chg="mod">
          <ac:chgData name="Axel Simiakis" userId="a3a10e4bda652fc6" providerId="LiveId" clId="{873AC21E-F672-4393-96BF-6E18A110DEF3}" dt="2026-02-13T07:29:52.592" v="454"/>
          <ac:spMkLst>
            <pc:docMk/>
            <pc:sldMk cId="4043865817" sldId="256"/>
            <ac:spMk id="16" creationId="{4553E820-6CA9-0D23-D0C4-B9CBD5776648}"/>
          </ac:spMkLst>
        </pc:spChg>
        <pc:grpChg chg="add mod">
          <ac:chgData name="Axel Simiakis" userId="a3a10e4bda652fc6" providerId="LiveId" clId="{873AC21E-F672-4393-96BF-6E18A110DEF3}" dt="2026-02-13T07:29:57.723" v="455" actId="1076"/>
          <ac:grpSpMkLst>
            <pc:docMk/>
            <pc:sldMk cId="4043865817" sldId="256"/>
            <ac:grpSpMk id="14" creationId="{2EB4F383-2862-C863-A2A9-87610512538D}"/>
          </ac:grpSpMkLst>
        </pc:grpChg>
        <pc:picChg chg="add mod">
          <ac:chgData name="Axel Simiakis" userId="a3a10e4bda652fc6" providerId="LiveId" clId="{873AC21E-F672-4393-96BF-6E18A110DEF3}" dt="2026-02-13T07:29:49.807" v="453" actId="1076"/>
          <ac:picMkLst>
            <pc:docMk/>
            <pc:sldMk cId="4043865817" sldId="256"/>
            <ac:picMk id="3" creationId="{6C2A69D2-3434-EC86-EA86-6D8036BD7B80}"/>
          </ac:picMkLst>
        </pc:picChg>
      </pc:sldChg>
      <pc:sldChg chg="addSp delSp modSp mod">
        <pc:chgData name="Axel Simiakis" userId="a3a10e4bda652fc6" providerId="LiveId" clId="{873AC21E-F672-4393-96BF-6E18A110DEF3}" dt="2026-02-13T07:29:12.470" v="450" actId="164"/>
        <pc:sldMkLst>
          <pc:docMk/>
          <pc:sldMk cId="3439326401" sldId="257"/>
        </pc:sldMkLst>
        <pc:spChg chg="mod">
          <ac:chgData name="Axel Simiakis" userId="a3a10e4bda652fc6" providerId="LiveId" clId="{873AC21E-F672-4393-96BF-6E18A110DEF3}" dt="2026-02-13T07:08:07.097" v="24" actId="207"/>
          <ac:spMkLst>
            <pc:docMk/>
            <pc:sldMk cId="3439326401" sldId="257"/>
            <ac:spMk id="2" creationId="{7035A861-6E61-F9D8-7BDC-2BBE2440CBAE}"/>
          </ac:spMkLst>
        </pc:spChg>
        <pc:spChg chg="mod">
          <ac:chgData name="Axel Simiakis" userId="a3a10e4bda652fc6" providerId="LiveId" clId="{873AC21E-F672-4393-96BF-6E18A110DEF3}" dt="2026-02-13T07:08:14.149" v="25" actId="207"/>
          <ac:spMkLst>
            <pc:docMk/>
            <pc:sldMk cId="3439326401" sldId="257"/>
            <ac:spMk id="3" creationId="{8CC798A5-7E90-7482-1EA8-614529D9B8EF}"/>
          </ac:spMkLst>
        </pc:spChg>
        <pc:spChg chg="mod">
          <ac:chgData name="Axel Simiakis" userId="a3a10e4bda652fc6" providerId="LiveId" clId="{873AC21E-F672-4393-96BF-6E18A110DEF3}" dt="2026-02-13T07:08:00.716" v="23" actId="207"/>
          <ac:spMkLst>
            <pc:docMk/>
            <pc:sldMk cId="3439326401" sldId="257"/>
            <ac:spMk id="5" creationId="{A23CA468-B500-C6D4-FA09-02360CFEA98D}"/>
          </ac:spMkLst>
        </pc:spChg>
        <pc:spChg chg="mod">
          <ac:chgData name="Axel Simiakis" userId="a3a10e4bda652fc6" providerId="LiveId" clId="{873AC21E-F672-4393-96BF-6E18A110DEF3}" dt="2026-02-13T07:07:54.219" v="22" actId="207"/>
          <ac:spMkLst>
            <pc:docMk/>
            <pc:sldMk cId="3439326401" sldId="257"/>
            <ac:spMk id="11" creationId="{3B01CE6B-4F86-2FD9-3DE0-67584F0D1A44}"/>
          </ac:spMkLst>
        </pc:spChg>
        <pc:spChg chg="mod">
          <ac:chgData name="Axel Simiakis" userId="a3a10e4bda652fc6" providerId="LiveId" clId="{873AC21E-F672-4393-96BF-6E18A110DEF3}" dt="2026-02-13T07:09:29.758" v="106" actId="20577"/>
          <ac:spMkLst>
            <pc:docMk/>
            <pc:sldMk cId="3439326401" sldId="257"/>
            <ac:spMk id="12" creationId="{2F49A67D-582A-C045-5DE0-706511E310BE}"/>
          </ac:spMkLst>
        </pc:spChg>
        <pc:spChg chg="mod">
          <ac:chgData name="Axel Simiakis" userId="a3a10e4bda652fc6" providerId="LiveId" clId="{873AC21E-F672-4393-96BF-6E18A110DEF3}" dt="2026-02-13T07:08:46.533" v="29" actId="207"/>
          <ac:spMkLst>
            <pc:docMk/>
            <pc:sldMk cId="3439326401" sldId="257"/>
            <ac:spMk id="13" creationId="{531BD073-A053-738C-6999-70AD1DEDEDA5}"/>
          </ac:spMkLst>
        </pc:spChg>
        <pc:spChg chg="mod">
          <ac:chgData name="Axel Simiakis" userId="a3a10e4bda652fc6" providerId="LiveId" clId="{873AC21E-F672-4393-96BF-6E18A110DEF3}" dt="2026-02-13T07:08:26.179" v="27" actId="207"/>
          <ac:spMkLst>
            <pc:docMk/>
            <pc:sldMk cId="3439326401" sldId="257"/>
            <ac:spMk id="15" creationId="{276646F3-10A7-3983-4134-85B33247D080}"/>
          </ac:spMkLst>
        </pc:spChg>
        <pc:spChg chg="add mod">
          <ac:chgData name="Axel Simiakis" userId="a3a10e4bda652fc6" providerId="LiveId" clId="{873AC21E-F672-4393-96BF-6E18A110DEF3}" dt="2026-02-13T07:29:12.470" v="450" actId="164"/>
          <ac:spMkLst>
            <pc:docMk/>
            <pc:sldMk cId="3439326401" sldId="257"/>
            <ac:spMk id="16" creationId="{50205C77-5596-FF97-2774-156E2775211F}"/>
          </ac:spMkLst>
        </pc:spChg>
        <pc:spChg chg="mod">
          <ac:chgData name="Axel Simiakis" userId="a3a10e4bda652fc6" providerId="LiveId" clId="{873AC21E-F672-4393-96BF-6E18A110DEF3}" dt="2026-02-13T07:10:52.877" v="120" actId="14100"/>
          <ac:spMkLst>
            <pc:docMk/>
            <pc:sldMk cId="3439326401" sldId="257"/>
            <ac:spMk id="17" creationId="{BB4A118A-BADC-ADA0-8333-FD3E0320250B}"/>
          </ac:spMkLst>
        </pc:spChg>
        <pc:spChg chg="add mod">
          <ac:chgData name="Axel Simiakis" userId="a3a10e4bda652fc6" providerId="LiveId" clId="{873AC21E-F672-4393-96BF-6E18A110DEF3}" dt="2026-02-13T07:29:12.470" v="450" actId="164"/>
          <ac:spMkLst>
            <pc:docMk/>
            <pc:sldMk cId="3439326401" sldId="257"/>
            <ac:spMk id="19" creationId="{E167E667-8E8D-220C-B4D1-C7806BCFB605}"/>
          </ac:spMkLst>
        </pc:spChg>
        <pc:spChg chg="add del">
          <ac:chgData name="Axel Simiakis" userId="a3a10e4bda652fc6" providerId="LiveId" clId="{873AC21E-F672-4393-96BF-6E18A110DEF3}" dt="2026-02-13T07:28:38.867" v="447" actId="478"/>
          <ac:spMkLst>
            <pc:docMk/>
            <pc:sldMk cId="3439326401" sldId="257"/>
            <ac:spMk id="20" creationId="{DEC23E34-AB75-EFA2-5765-FF4263C4586F}"/>
          </ac:spMkLst>
        </pc:spChg>
        <pc:grpChg chg="add mod">
          <ac:chgData name="Axel Simiakis" userId="a3a10e4bda652fc6" providerId="LiveId" clId="{873AC21E-F672-4393-96BF-6E18A110DEF3}" dt="2026-02-13T07:29:12.470" v="450" actId="164"/>
          <ac:grpSpMkLst>
            <pc:docMk/>
            <pc:sldMk cId="3439326401" sldId="257"/>
            <ac:grpSpMk id="21" creationId="{D51A1903-406B-98C1-62BF-E021A6A6E04C}"/>
          </ac:grpSpMkLst>
        </pc:grpChg>
        <pc:picChg chg="add mod">
          <ac:chgData name="Axel Simiakis" userId="a3a10e4bda652fc6" providerId="LiveId" clId="{873AC21E-F672-4393-96BF-6E18A110DEF3}" dt="2026-02-13T07:27:03.232" v="422" actId="1076"/>
          <ac:picMkLst>
            <pc:docMk/>
            <pc:sldMk cId="3439326401" sldId="257"/>
            <ac:picMk id="14" creationId="{49704856-AACA-42CF-CF4E-5B972CB08490}"/>
          </ac:picMkLst>
        </pc:picChg>
      </pc:sldChg>
      <pc:sldChg chg="addSp modSp mod">
        <pc:chgData name="Axel Simiakis" userId="a3a10e4bda652fc6" providerId="LiveId" clId="{873AC21E-F672-4393-96BF-6E18A110DEF3}" dt="2026-02-13T07:38:30" v="482" actId="1076"/>
        <pc:sldMkLst>
          <pc:docMk/>
          <pc:sldMk cId="2740395813" sldId="258"/>
        </pc:sldMkLst>
        <pc:spChg chg="mod">
          <ac:chgData name="Axel Simiakis" userId="a3a10e4bda652fc6" providerId="LiveId" clId="{873AC21E-F672-4393-96BF-6E18A110DEF3}" dt="2026-02-13T07:07:03.575" v="15" actId="207"/>
          <ac:spMkLst>
            <pc:docMk/>
            <pc:sldMk cId="2740395813" sldId="258"/>
            <ac:spMk id="5" creationId="{024FBFBB-E579-41F7-6E02-40364910BA80}"/>
          </ac:spMkLst>
        </pc:spChg>
        <pc:spChg chg="mod">
          <ac:chgData name="Axel Simiakis" userId="a3a10e4bda652fc6" providerId="LiveId" clId="{873AC21E-F672-4393-96BF-6E18A110DEF3}" dt="2026-02-13T07:06:55.148" v="14" actId="207"/>
          <ac:spMkLst>
            <pc:docMk/>
            <pc:sldMk cId="2740395813" sldId="258"/>
            <ac:spMk id="13" creationId="{8A54FBCD-FA87-5501-ADE6-CFC8DF7D0BCF}"/>
          </ac:spMkLst>
        </pc:spChg>
        <pc:spChg chg="mod">
          <ac:chgData name="Axel Simiakis" userId="a3a10e4bda652fc6" providerId="LiveId" clId="{873AC21E-F672-4393-96BF-6E18A110DEF3}" dt="2026-02-13T07:07:13.958" v="16" actId="207"/>
          <ac:spMkLst>
            <pc:docMk/>
            <pc:sldMk cId="2740395813" sldId="258"/>
            <ac:spMk id="14" creationId="{1CC473FD-D679-A0F3-77FB-7FF8635AE9C2}"/>
          </ac:spMkLst>
        </pc:spChg>
        <pc:spChg chg="mod">
          <ac:chgData name="Axel Simiakis" userId="a3a10e4bda652fc6" providerId="LiveId" clId="{873AC21E-F672-4393-96BF-6E18A110DEF3}" dt="2026-02-13T07:38:21.396" v="481"/>
          <ac:spMkLst>
            <pc:docMk/>
            <pc:sldMk cId="2740395813" sldId="258"/>
            <ac:spMk id="16" creationId="{5CC9E654-6C87-F652-35F8-ECB483797073}"/>
          </ac:spMkLst>
        </pc:spChg>
        <pc:spChg chg="mod">
          <ac:chgData name="Axel Simiakis" userId="a3a10e4bda652fc6" providerId="LiveId" clId="{873AC21E-F672-4393-96BF-6E18A110DEF3}" dt="2026-02-13T07:38:21.396" v="481"/>
          <ac:spMkLst>
            <pc:docMk/>
            <pc:sldMk cId="2740395813" sldId="258"/>
            <ac:spMk id="17" creationId="{CA558EF2-765E-3220-E250-CD05A6FAF1D5}"/>
          </ac:spMkLst>
        </pc:spChg>
        <pc:spChg chg="mod">
          <ac:chgData name="Axel Simiakis" userId="a3a10e4bda652fc6" providerId="LiveId" clId="{873AC21E-F672-4393-96BF-6E18A110DEF3}" dt="2026-02-13T07:38:21.396" v="481"/>
          <ac:spMkLst>
            <pc:docMk/>
            <pc:sldMk cId="2740395813" sldId="258"/>
            <ac:spMk id="18" creationId="{FDEBEA2E-258A-02C2-1265-5D5F3A4BC53C}"/>
          </ac:spMkLst>
        </pc:spChg>
        <pc:grpChg chg="add mod">
          <ac:chgData name="Axel Simiakis" userId="a3a10e4bda652fc6" providerId="LiveId" clId="{873AC21E-F672-4393-96BF-6E18A110DEF3}" dt="2026-02-13T07:38:30" v="482" actId="1076"/>
          <ac:grpSpMkLst>
            <pc:docMk/>
            <pc:sldMk cId="2740395813" sldId="258"/>
            <ac:grpSpMk id="15" creationId="{FA8BC438-36B1-BF95-D1AA-5679057C6B1C}"/>
          </ac:grpSpMkLst>
        </pc:grpChg>
        <pc:grpChg chg="mod">
          <ac:chgData name="Axel Simiakis" userId="a3a10e4bda652fc6" providerId="LiveId" clId="{873AC21E-F672-4393-96BF-6E18A110DEF3}" dt="2026-02-13T07:37:59.239" v="480" actId="1076"/>
          <ac:grpSpMkLst>
            <pc:docMk/>
            <pc:sldMk cId="2740395813" sldId="258"/>
            <ac:grpSpMk id="87" creationId="{67B7CE10-D970-FDA2-06E1-B5A27C294874}"/>
          </ac:grpSpMkLst>
        </pc:grpChg>
      </pc:sldChg>
      <pc:sldChg chg="addSp modSp mod">
        <pc:chgData name="Axel Simiakis" userId="a3a10e4bda652fc6" providerId="LiveId" clId="{873AC21E-F672-4393-96BF-6E18A110DEF3}" dt="2026-02-13T07:37:42.802" v="479" actId="20577"/>
        <pc:sldMkLst>
          <pc:docMk/>
          <pc:sldMk cId="3169532455" sldId="259"/>
        </pc:sldMkLst>
        <pc:spChg chg="mod">
          <ac:chgData name="Axel Simiakis" userId="a3a10e4bda652fc6" providerId="LiveId" clId="{873AC21E-F672-4393-96BF-6E18A110DEF3}" dt="2026-02-13T07:07:40" v="20" actId="207"/>
          <ac:spMkLst>
            <pc:docMk/>
            <pc:sldMk cId="3169532455" sldId="259"/>
            <ac:spMk id="3" creationId="{C9E757EB-0A74-7784-55BC-D3C54FFF5551}"/>
          </ac:spMkLst>
        </pc:spChg>
        <pc:spChg chg="mod">
          <ac:chgData name="Axel Simiakis" userId="a3a10e4bda652fc6" providerId="LiveId" clId="{873AC21E-F672-4393-96BF-6E18A110DEF3}" dt="2026-02-13T07:07:27.902" v="18" actId="207"/>
          <ac:spMkLst>
            <pc:docMk/>
            <pc:sldMk cId="3169532455" sldId="259"/>
            <ac:spMk id="5" creationId="{E7127CAF-BADF-D3F0-D7E5-CCD5899048E9}"/>
          </ac:spMkLst>
        </pc:spChg>
        <pc:spChg chg="mod">
          <ac:chgData name="Axel Simiakis" userId="a3a10e4bda652fc6" providerId="LiveId" clId="{873AC21E-F672-4393-96BF-6E18A110DEF3}" dt="2026-02-13T07:07:22.993" v="17" actId="207"/>
          <ac:spMkLst>
            <pc:docMk/>
            <pc:sldMk cId="3169532455" sldId="259"/>
            <ac:spMk id="11" creationId="{6B951CB9-161A-C978-732E-F5B6E75ABD43}"/>
          </ac:spMkLst>
        </pc:spChg>
        <pc:spChg chg="mod">
          <ac:chgData name="Axel Simiakis" userId="a3a10e4bda652fc6" providerId="LiveId" clId="{873AC21E-F672-4393-96BF-6E18A110DEF3}" dt="2026-02-13T07:07:33.267" v="19" actId="207"/>
          <ac:spMkLst>
            <pc:docMk/>
            <pc:sldMk cId="3169532455" sldId="259"/>
            <ac:spMk id="13" creationId="{8AA9D0B8-8CD9-DE8C-77C2-AFC3FA3BA598}"/>
          </ac:spMkLst>
        </pc:spChg>
        <pc:spChg chg="mod">
          <ac:chgData name="Axel Simiakis" userId="a3a10e4bda652fc6" providerId="LiveId" clId="{873AC21E-F672-4393-96BF-6E18A110DEF3}" dt="2026-02-13T07:07:45.419" v="21" actId="207"/>
          <ac:spMkLst>
            <pc:docMk/>
            <pc:sldMk cId="3169532455" sldId="259"/>
            <ac:spMk id="14" creationId="{12287FE3-3470-294E-7058-E81007F79239}"/>
          </ac:spMkLst>
        </pc:spChg>
        <pc:spChg chg="mod">
          <ac:chgData name="Axel Simiakis" userId="a3a10e4bda652fc6" providerId="LiveId" clId="{873AC21E-F672-4393-96BF-6E18A110DEF3}" dt="2026-02-13T07:37:21.833" v="457"/>
          <ac:spMkLst>
            <pc:docMk/>
            <pc:sldMk cId="3169532455" sldId="259"/>
            <ac:spMk id="24" creationId="{C96589E1-D87D-A39E-39EB-F358FA795DD7}"/>
          </ac:spMkLst>
        </pc:spChg>
        <pc:spChg chg="mod">
          <ac:chgData name="Axel Simiakis" userId="a3a10e4bda652fc6" providerId="LiveId" clId="{873AC21E-F672-4393-96BF-6E18A110DEF3}" dt="2026-02-13T07:37:42.802" v="479" actId="20577"/>
          <ac:spMkLst>
            <pc:docMk/>
            <pc:sldMk cId="3169532455" sldId="259"/>
            <ac:spMk id="29" creationId="{2236A5AF-6970-F4AC-4584-4AD5B992476D}"/>
          </ac:spMkLst>
        </pc:spChg>
        <pc:spChg chg="mod">
          <ac:chgData name="Axel Simiakis" userId="a3a10e4bda652fc6" providerId="LiveId" clId="{873AC21E-F672-4393-96BF-6E18A110DEF3}" dt="2026-02-13T07:37:21.833" v="457"/>
          <ac:spMkLst>
            <pc:docMk/>
            <pc:sldMk cId="3169532455" sldId="259"/>
            <ac:spMk id="30" creationId="{07FDFFA1-229F-7746-415C-D824F91DA035}"/>
          </ac:spMkLst>
        </pc:spChg>
        <pc:grpChg chg="add mod">
          <ac:chgData name="Axel Simiakis" userId="a3a10e4bda652fc6" providerId="LiveId" clId="{873AC21E-F672-4393-96BF-6E18A110DEF3}" dt="2026-02-13T07:37:26.744" v="458" actId="1076"/>
          <ac:grpSpMkLst>
            <pc:docMk/>
            <pc:sldMk cId="3169532455" sldId="259"/>
            <ac:grpSpMk id="23" creationId="{7E68E7B9-60A1-3426-2A9E-1E4322A4AE3B}"/>
          </ac:grpSpMkLst>
        </pc:grpChg>
      </pc:sldChg>
      <pc:sldChg chg="addSp modSp mod">
        <pc:chgData name="Axel Simiakis" userId="a3a10e4bda652fc6" providerId="LiveId" clId="{873AC21E-F672-4393-96BF-6E18A110DEF3}" dt="2026-02-13T07:59:22.504" v="521" actId="2711"/>
        <pc:sldMkLst>
          <pc:docMk/>
          <pc:sldMk cId="570196605" sldId="260"/>
        </pc:sldMkLst>
        <pc:spChg chg="mod">
          <ac:chgData name="Axel Simiakis" userId="a3a10e4bda652fc6" providerId="LiveId" clId="{873AC21E-F672-4393-96BF-6E18A110DEF3}" dt="2026-02-13T07:09:59.511" v="109" actId="207"/>
          <ac:spMkLst>
            <pc:docMk/>
            <pc:sldMk cId="570196605" sldId="260"/>
            <ac:spMk id="2" creationId="{343098AE-2AE5-2AAA-62F5-EA591258DEBB}"/>
          </ac:spMkLst>
        </pc:spChg>
        <pc:spChg chg="mod">
          <ac:chgData name="Axel Simiakis" userId="a3a10e4bda652fc6" providerId="LiveId" clId="{873AC21E-F672-4393-96BF-6E18A110DEF3}" dt="2026-02-13T07:10:07.024" v="110" actId="207"/>
          <ac:spMkLst>
            <pc:docMk/>
            <pc:sldMk cId="570196605" sldId="260"/>
            <ac:spMk id="3" creationId="{2D1A1971-539F-096C-35F2-3AE1668C512F}"/>
          </ac:spMkLst>
        </pc:spChg>
        <pc:spChg chg="mod">
          <ac:chgData name="Axel Simiakis" userId="a3a10e4bda652fc6" providerId="LiveId" clId="{873AC21E-F672-4393-96BF-6E18A110DEF3}" dt="2026-02-13T07:09:54.413" v="108" actId="207"/>
          <ac:spMkLst>
            <pc:docMk/>
            <pc:sldMk cId="570196605" sldId="260"/>
            <ac:spMk id="5" creationId="{59EF9F2B-87FA-745B-7E46-C72FC81E753B}"/>
          </ac:spMkLst>
        </pc:spChg>
        <pc:spChg chg="mod">
          <ac:chgData name="Axel Simiakis" userId="a3a10e4bda652fc6" providerId="LiveId" clId="{873AC21E-F672-4393-96BF-6E18A110DEF3}" dt="2026-02-13T07:09:42.731" v="107" actId="207"/>
          <ac:spMkLst>
            <pc:docMk/>
            <pc:sldMk cId="570196605" sldId="260"/>
            <ac:spMk id="11" creationId="{56463FD0-5A69-DB99-BD21-26BE50E3731F}"/>
          </ac:spMkLst>
        </pc:spChg>
        <pc:spChg chg="add mod">
          <ac:chgData name="Axel Simiakis" userId="a3a10e4bda652fc6" providerId="LiveId" clId="{873AC21E-F672-4393-96BF-6E18A110DEF3}" dt="2026-02-13T07:59:22.504" v="521" actId="2711"/>
          <ac:spMkLst>
            <pc:docMk/>
            <pc:sldMk cId="570196605" sldId="260"/>
            <ac:spMk id="12" creationId="{C53F032D-6576-194D-C80B-FBCF3EE92F8C}"/>
          </ac:spMkLst>
        </pc:spChg>
        <pc:spChg chg="mod">
          <ac:chgData name="Axel Simiakis" userId="a3a10e4bda652fc6" providerId="LiveId" clId="{873AC21E-F672-4393-96BF-6E18A110DEF3}" dt="2026-02-13T07:11:19.835" v="121" actId="207"/>
          <ac:spMkLst>
            <pc:docMk/>
            <pc:sldMk cId="570196605" sldId="260"/>
            <ac:spMk id="13" creationId="{12399A62-6BFA-FD86-7217-921F03113598}"/>
          </ac:spMkLst>
        </pc:spChg>
        <pc:spChg chg="mod">
          <ac:chgData name="Axel Simiakis" userId="a3a10e4bda652fc6" providerId="LiveId" clId="{873AC21E-F672-4393-96BF-6E18A110DEF3}" dt="2026-02-13T07:10:13.023" v="111" actId="207"/>
          <ac:spMkLst>
            <pc:docMk/>
            <pc:sldMk cId="570196605" sldId="260"/>
            <ac:spMk id="15" creationId="{A201007E-68C1-051A-D48D-E1020163E485}"/>
          </ac:spMkLst>
        </pc:spChg>
        <pc:spChg chg="mod">
          <ac:chgData name="Axel Simiakis" userId="a3a10e4bda652fc6" providerId="LiveId" clId="{873AC21E-F672-4393-96BF-6E18A110DEF3}" dt="2026-02-13T07:10:38.212" v="117" actId="207"/>
          <ac:spMkLst>
            <pc:docMk/>
            <pc:sldMk cId="570196605" sldId="260"/>
            <ac:spMk id="17" creationId="{BF2756FF-95D6-F449-8792-551CED9F377D}"/>
          </ac:spMkLst>
        </pc:spChg>
        <pc:spChg chg="mod">
          <ac:chgData name="Axel Simiakis" userId="a3a10e4bda652fc6" providerId="LiveId" clId="{873AC21E-F672-4393-96BF-6E18A110DEF3}" dt="2026-02-13T07:11:27.124" v="122" actId="207"/>
          <ac:spMkLst>
            <pc:docMk/>
            <pc:sldMk cId="570196605" sldId="260"/>
            <ac:spMk id="19" creationId="{B579ED7A-DA53-A983-C99E-244543DF9C2D}"/>
          </ac:spMkLst>
        </pc:spChg>
        <pc:spChg chg="mod">
          <ac:chgData name="Axel Simiakis" userId="a3a10e4bda652fc6" providerId="LiveId" clId="{873AC21E-F672-4393-96BF-6E18A110DEF3}" dt="2026-02-13T07:11:32.765" v="123" actId="207"/>
          <ac:spMkLst>
            <pc:docMk/>
            <pc:sldMk cId="570196605" sldId="260"/>
            <ac:spMk id="22" creationId="{344F4D29-9DC2-9DA3-89CC-335A14E126F6}"/>
          </ac:spMkLst>
        </pc:spChg>
        <pc:spChg chg="mod">
          <ac:chgData name="Axel Simiakis" userId="a3a10e4bda652fc6" providerId="LiveId" clId="{873AC21E-F672-4393-96BF-6E18A110DEF3}" dt="2026-02-13T07:11:43.705" v="124" actId="207"/>
          <ac:spMkLst>
            <pc:docMk/>
            <pc:sldMk cId="570196605" sldId="260"/>
            <ac:spMk id="23" creationId="{9E83C6F7-F719-8B7A-F7CF-16FB115A646A}"/>
          </ac:spMkLst>
        </pc:spChg>
        <pc:spChg chg="mod">
          <ac:chgData name="Axel Simiakis" userId="a3a10e4bda652fc6" providerId="LiveId" clId="{873AC21E-F672-4393-96BF-6E18A110DEF3}" dt="2026-02-13T07:11:53.694" v="125" actId="207"/>
          <ac:spMkLst>
            <pc:docMk/>
            <pc:sldMk cId="570196605" sldId="260"/>
            <ac:spMk id="24" creationId="{D44467FC-7269-6B4F-1F4C-82A8FF82D0F8}"/>
          </ac:spMkLst>
        </pc:spChg>
      </pc:sldChg>
      <pc:sldChg chg="addSp delSp modSp add mod">
        <pc:chgData name="Axel Simiakis" userId="a3a10e4bda652fc6" providerId="LiveId" clId="{873AC21E-F672-4393-96BF-6E18A110DEF3}" dt="2026-02-13T07:13:13.704" v="138" actId="207"/>
        <pc:sldMkLst>
          <pc:docMk/>
          <pc:sldMk cId="2333301969" sldId="261"/>
        </pc:sldMkLst>
        <pc:spChg chg="mod">
          <ac:chgData name="Axel Simiakis" userId="a3a10e4bda652fc6" providerId="LiveId" clId="{873AC21E-F672-4393-96BF-6E18A110DEF3}" dt="2026-02-13T07:12:33.553" v="131" actId="207"/>
          <ac:spMkLst>
            <pc:docMk/>
            <pc:sldMk cId="2333301969" sldId="261"/>
            <ac:spMk id="2" creationId="{86319D3E-FF73-9653-C014-FC93C527A9EB}"/>
          </ac:spMkLst>
        </pc:spChg>
        <pc:spChg chg="mod">
          <ac:chgData name="Axel Simiakis" userId="a3a10e4bda652fc6" providerId="LiveId" clId="{873AC21E-F672-4393-96BF-6E18A110DEF3}" dt="2026-02-13T07:12:51.367" v="133" actId="207"/>
          <ac:spMkLst>
            <pc:docMk/>
            <pc:sldMk cId="2333301969" sldId="261"/>
            <ac:spMk id="3" creationId="{3FCF7D27-D000-0402-C605-5125957B3AC0}"/>
          </ac:spMkLst>
        </pc:spChg>
        <pc:spChg chg="mod">
          <ac:chgData name="Axel Simiakis" userId="a3a10e4bda652fc6" providerId="LiveId" clId="{873AC21E-F672-4393-96BF-6E18A110DEF3}" dt="2026-02-13T07:12:20.761" v="128" actId="207"/>
          <ac:spMkLst>
            <pc:docMk/>
            <pc:sldMk cId="2333301969" sldId="261"/>
            <ac:spMk id="5" creationId="{CE52D2BB-E46F-6B8E-90A8-61EFF4FF5801}"/>
          </ac:spMkLst>
        </pc:spChg>
        <pc:spChg chg="mod">
          <ac:chgData name="Axel Simiakis" userId="a3a10e4bda652fc6" providerId="LiveId" clId="{873AC21E-F672-4393-96BF-6E18A110DEF3}" dt="2026-02-13T07:12:07.147" v="126" actId="207"/>
          <ac:spMkLst>
            <pc:docMk/>
            <pc:sldMk cId="2333301969" sldId="261"/>
            <ac:spMk id="11" creationId="{100F9D5C-B9AC-AAB0-CBD9-850CCC43FB1D}"/>
          </ac:spMkLst>
        </pc:spChg>
        <pc:spChg chg="mod">
          <ac:chgData name="Axel Simiakis" userId="a3a10e4bda652fc6" providerId="LiveId" clId="{873AC21E-F672-4393-96BF-6E18A110DEF3}" dt="2026-02-13T07:12:11.942" v="127" actId="207"/>
          <ac:spMkLst>
            <pc:docMk/>
            <pc:sldMk cId="2333301969" sldId="261"/>
            <ac:spMk id="13" creationId="{A3BE952A-458F-0643-AF7B-33D8ABCE3D1C}"/>
          </ac:spMkLst>
        </pc:spChg>
        <pc:spChg chg="mod">
          <ac:chgData name="Axel Simiakis" userId="a3a10e4bda652fc6" providerId="LiveId" clId="{873AC21E-F672-4393-96BF-6E18A110DEF3}" dt="2026-02-13T07:12:57.549" v="134" actId="207"/>
          <ac:spMkLst>
            <pc:docMk/>
            <pc:sldMk cId="2333301969" sldId="261"/>
            <ac:spMk id="15" creationId="{34CDB35D-889F-2035-7AFF-4FA5466393EC}"/>
          </ac:spMkLst>
        </pc:spChg>
        <pc:spChg chg="mod">
          <ac:chgData name="Axel Simiakis" userId="a3a10e4bda652fc6" providerId="LiveId" clId="{873AC21E-F672-4393-96BF-6E18A110DEF3}" dt="2026-02-13T07:13:13.704" v="138" actId="207"/>
          <ac:spMkLst>
            <pc:docMk/>
            <pc:sldMk cId="2333301969" sldId="261"/>
            <ac:spMk id="17" creationId="{A5BB824D-8810-936A-CBF8-6D2FAE30B209}"/>
          </ac:spMkLst>
        </pc:spChg>
        <pc:picChg chg="add mod">
          <ac:chgData name="Axel Simiakis" userId="a3a10e4bda652fc6" providerId="LiveId" clId="{873AC21E-F672-4393-96BF-6E18A110DEF3}" dt="2026-02-11T17:59:35.486" v="4" actId="1076"/>
          <ac:picMkLst>
            <pc:docMk/>
            <pc:sldMk cId="2333301969" sldId="261"/>
            <ac:picMk id="16" creationId="{47986782-17BA-6285-5685-DBC1A4B4F1E0}"/>
          </ac:picMkLst>
        </pc:picChg>
      </pc:sldChg>
      <pc:sldChg chg="addSp delSp modSp add mod">
        <pc:chgData name="Axel Simiakis" userId="a3a10e4bda652fc6" providerId="LiveId" clId="{873AC21E-F672-4393-96BF-6E18A110DEF3}" dt="2026-02-13T07:22:41.790" v="321" actId="1076"/>
        <pc:sldMkLst>
          <pc:docMk/>
          <pc:sldMk cId="2795852198" sldId="262"/>
        </pc:sldMkLst>
        <pc:spChg chg="mod">
          <ac:chgData name="Axel Simiakis" userId="a3a10e4bda652fc6" providerId="LiveId" clId="{873AC21E-F672-4393-96BF-6E18A110DEF3}" dt="2026-02-13T07:15:02.607" v="200" actId="20577"/>
          <ac:spMkLst>
            <pc:docMk/>
            <pc:sldMk cId="2795852198" sldId="262"/>
            <ac:spMk id="12" creationId="{3C5975E2-177B-6FAD-D520-82EF776A5F36}"/>
          </ac:spMkLst>
        </pc:spChg>
        <pc:spChg chg="add del mod">
          <ac:chgData name="Axel Simiakis" userId="a3a10e4bda652fc6" providerId="LiveId" clId="{873AC21E-F672-4393-96BF-6E18A110DEF3}" dt="2026-02-13T07:14:23.912" v="142" actId="478"/>
          <ac:spMkLst>
            <pc:docMk/>
            <pc:sldMk cId="2795852198" sldId="262"/>
            <ac:spMk id="16" creationId="{DC9B4861-E321-A1AA-53AD-BE5B22DFFB77}"/>
          </ac:spMkLst>
        </pc:spChg>
        <pc:spChg chg="add mod">
          <ac:chgData name="Axel Simiakis" userId="a3a10e4bda652fc6" providerId="LiveId" clId="{873AC21E-F672-4393-96BF-6E18A110DEF3}" dt="2026-02-13T07:20:47.304" v="296" actId="20577"/>
          <ac:spMkLst>
            <pc:docMk/>
            <pc:sldMk cId="2795852198" sldId="262"/>
            <ac:spMk id="19" creationId="{9C7CFA28-5417-2D8F-C0B6-A967CEA21B70}"/>
          </ac:spMkLst>
        </pc:spChg>
        <pc:spChg chg="add mod">
          <ac:chgData name="Axel Simiakis" userId="a3a10e4bda652fc6" providerId="LiveId" clId="{873AC21E-F672-4393-96BF-6E18A110DEF3}" dt="2026-02-13T07:20:19.944" v="290" actId="164"/>
          <ac:spMkLst>
            <pc:docMk/>
            <pc:sldMk cId="2795852198" sldId="262"/>
            <ac:spMk id="20" creationId="{EF3E5908-B1DA-BEF3-135B-6529F9279B1E}"/>
          </ac:spMkLst>
        </pc:spChg>
        <pc:spChg chg="add del">
          <ac:chgData name="Axel Simiakis" userId="a3a10e4bda652fc6" providerId="LiveId" clId="{873AC21E-F672-4393-96BF-6E18A110DEF3}" dt="2026-02-13T07:17:55.270" v="267" actId="478"/>
          <ac:spMkLst>
            <pc:docMk/>
            <pc:sldMk cId="2795852198" sldId="262"/>
            <ac:spMk id="21" creationId="{482746B2-43C6-F5E3-FD31-4071698066BE}"/>
          </ac:spMkLst>
        </pc:spChg>
        <pc:spChg chg="add mod">
          <ac:chgData name="Axel Simiakis" userId="a3a10e4bda652fc6" providerId="LiveId" clId="{873AC21E-F672-4393-96BF-6E18A110DEF3}" dt="2026-02-13T07:21:22.948" v="300" actId="1076"/>
          <ac:spMkLst>
            <pc:docMk/>
            <pc:sldMk cId="2795852198" sldId="262"/>
            <ac:spMk id="22" creationId="{3B097ADD-DD63-A8CE-C24A-29491AE0EBC3}"/>
          </ac:spMkLst>
        </pc:spChg>
        <pc:spChg chg="add mod">
          <ac:chgData name="Axel Simiakis" userId="a3a10e4bda652fc6" providerId="LiveId" clId="{873AC21E-F672-4393-96BF-6E18A110DEF3}" dt="2026-02-13T07:21:17.260" v="299" actId="1076"/>
          <ac:spMkLst>
            <pc:docMk/>
            <pc:sldMk cId="2795852198" sldId="262"/>
            <ac:spMk id="23" creationId="{11639878-30C4-8ACB-0C08-B26553799FB7}"/>
          </ac:spMkLst>
        </pc:spChg>
        <pc:spChg chg="add mod">
          <ac:chgData name="Axel Simiakis" userId="a3a10e4bda652fc6" providerId="LiveId" clId="{873AC21E-F672-4393-96BF-6E18A110DEF3}" dt="2026-02-13T07:20:19.944" v="290" actId="164"/>
          <ac:spMkLst>
            <pc:docMk/>
            <pc:sldMk cId="2795852198" sldId="262"/>
            <ac:spMk id="24" creationId="{7527D5CE-578E-0B7B-6F08-BD483E227079}"/>
          </ac:spMkLst>
        </pc:spChg>
        <pc:spChg chg="mod">
          <ac:chgData name="Axel Simiakis" userId="a3a10e4bda652fc6" providerId="LiveId" clId="{873AC21E-F672-4393-96BF-6E18A110DEF3}" dt="2026-02-13T07:20:26.884" v="291"/>
          <ac:spMkLst>
            <pc:docMk/>
            <pc:sldMk cId="2795852198" sldId="262"/>
            <ac:spMk id="28" creationId="{E8BD323B-6AD0-9C59-A658-A24CFD422272}"/>
          </ac:spMkLst>
        </pc:spChg>
        <pc:spChg chg="mod">
          <ac:chgData name="Axel Simiakis" userId="a3a10e4bda652fc6" providerId="LiveId" clId="{873AC21E-F672-4393-96BF-6E18A110DEF3}" dt="2026-02-13T07:20:26.884" v="291"/>
          <ac:spMkLst>
            <pc:docMk/>
            <pc:sldMk cId="2795852198" sldId="262"/>
            <ac:spMk id="29" creationId="{C8C4E694-DACA-A810-B011-2E0D3F59F506}"/>
          </ac:spMkLst>
        </pc:spChg>
        <pc:spChg chg="mod">
          <ac:chgData name="Axel Simiakis" userId="a3a10e4bda652fc6" providerId="LiveId" clId="{873AC21E-F672-4393-96BF-6E18A110DEF3}" dt="2026-02-13T07:22:21.284" v="319" actId="1076"/>
          <ac:spMkLst>
            <pc:docMk/>
            <pc:sldMk cId="2795852198" sldId="262"/>
            <ac:spMk id="30" creationId="{D860620A-9810-5776-BAD2-14F55A4615A5}"/>
          </ac:spMkLst>
        </pc:spChg>
        <pc:spChg chg="mod">
          <ac:chgData name="Axel Simiakis" userId="a3a10e4bda652fc6" providerId="LiveId" clId="{873AC21E-F672-4393-96BF-6E18A110DEF3}" dt="2026-02-13T07:22:13.090" v="318" actId="1076"/>
          <ac:spMkLst>
            <pc:docMk/>
            <pc:sldMk cId="2795852198" sldId="262"/>
            <ac:spMk id="31" creationId="{1C45910A-A8C5-196F-C1BD-CB7AEB1E6A5C}"/>
          </ac:spMkLst>
        </pc:spChg>
        <pc:spChg chg="mod">
          <ac:chgData name="Axel Simiakis" userId="a3a10e4bda652fc6" providerId="LiveId" clId="{873AC21E-F672-4393-96BF-6E18A110DEF3}" dt="2026-02-13T07:20:26.884" v="291"/>
          <ac:spMkLst>
            <pc:docMk/>
            <pc:sldMk cId="2795852198" sldId="262"/>
            <ac:spMk id="32" creationId="{FCAA7B3A-1C9D-183A-6B93-874DF2444139}"/>
          </ac:spMkLst>
        </pc:spChg>
        <pc:spChg chg="add mod">
          <ac:chgData name="Axel Simiakis" userId="a3a10e4bda652fc6" providerId="LiveId" clId="{873AC21E-F672-4393-96BF-6E18A110DEF3}" dt="2026-02-13T07:21:58.795" v="317" actId="1076"/>
          <ac:spMkLst>
            <pc:docMk/>
            <pc:sldMk cId="2795852198" sldId="262"/>
            <ac:spMk id="33" creationId="{B60DA6B1-6AC0-6BF4-1624-326D827B9125}"/>
          </ac:spMkLst>
        </pc:spChg>
        <pc:spChg chg="add mod">
          <ac:chgData name="Axel Simiakis" userId="a3a10e4bda652fc6" providerId="LiveId" clId="{873AC21E-F672-4393-96BF-6E18A110DEF3}" dt="2026-02-13T07:22:41.790" v="321" actId="1076"/>
          <ac:spMkLst>
            <pc:docMk/>
            <pc:sldMk cId="2795852198" sldId="262"/>
            <ac:spMk id="34" creationId="{AE1958B1-BCAD-D9E6-4FAF-CE4EC8115978}"/>
          </ac:spMkLst>
        </pc:spChg>
        <pc:grpChg chg="add mod">
          <ac:chgData name="Axel Simiakis" userId="a3a10e4bda652fc6" providerId="LiveId" clId="{873AC21E-F672-4393-96BF-6E18A110DEF3}" dt="2026-02-13T07:20:32.997" v="292" actId="1076"/>
          <ac:grpSpMkLst>
            <pc:docMk/>
            <pc:sldMk cId="2795852198" sldId="262"/>
            <ac:grpSpMk id="25" creationId="{E1FA1F65-25E0-E76C-155D-9A7AD4C71682}"/>
          </ac:grpSpMkLst>
        </pc:grpChg>
        <pc:grpChg chg="add mod">
          <ac:chgData name="Axel Simiakis" userId="a3a10e4bda652fc6" providerId="LiveId" clId="{873AC21E-F672-4393-96BF-6E18A110DEF3}" dt="2026-02-13T07:20:26.884" v="291"/>
          <ac:grpSpMkLst>
            <pc:docMk/>
            <pc:sldMk cId="2795852198" sldId="262"/>
            <ac:grpSpMk id="26" creationId="{F01E137C-3FD7-50AE-1A29-3A22B39390F0}"/>
          </ac:grpSpMkLst>
        </pc:grpChg>
        <pc:picChg chg="mod">
          <ac:chgData name="Axel Simiakis" userId="a3a10e4bda652fc6" providerId="LiveId" clId="{873AC21E-F672-4393-96BF-6E18A110DEF3}" dt="2026-02-13T07:20:19.944" v="290" actId="164"/>
          <ac:picMkLst>
            <pc:docMk/>
            <pc:sldMk cId="2795852198" sldId="262"/>
            <ac:picMk id="14" creationId="{916DF39C-0A7E-E70A-C3F6-AE4ADAE10EBD}"/>
          </ac:picMkLst>
        </pc:picChg>
        <pc:picChg chg="mod">
          <ac:chgData name="Axel Simiakis" userId="a3a10e4bda652fc6" providerId="LiveId" clId="{873AC21E-F672-4393-96BF-6E18A110DEF3}" dt="2026-02-13T07:20:26.884" v="291"/>
          <ac:picMkLst>
            <pc:docMk/>
            <pc:sldMk cId="2795852198" sldId="262"/>
            <ac:picMk id="27" creationId="{D1897826-0307-2035-71A4-802AB182600B}"/>
          </ac:picMkLst>
        </pc:picChg>
      </pc:sldChg>
      <pc:sldChg chg="modSp add mod">
        <pc:chgData name="Axel Simiakis" userId="a3a10e4bda652fc6" providerId="LiveId" clId="{873AC21E-F672-4393-96BF-6E18A110DEF3}" dt="2026-02-13T07:25:42.263" v="371" actId="20577"/>
        <pc:sldMkLst>
          <pc:docMk/>
          <pc:sldMk cId="116964371" sldId="263"/>
        </pc:sldMkLst>
        <pc:spChg chg="mod">
          <ac:chgData name="Axel Simiakis" userId="a3a10e4bda652fc6" providerId="LiveId" clId="{873AC21E-F672-4393-96BF-6E18A110DEF3}" dt="2026-02-13T07:25:08.286" v="324" actId="14100"/>
          <ac:spMkLst>
            <pc:docMk/>
            <pc:sldMk cId="116964371" sldId="263"/>
            <ac:spMk id="2" creationId="{3010D9E9-A109-A057-9EC0-3E472475B134}"/>
          </ac:spMkLst>
        </pc:spChg>
        <pc:spChg chg="mod">
          <ac:chgData name="Axel Simiakis" userId="a3a10e4bda652fc6" providerId="LiveId" clId="{873AC21E-F672-4393-96BF-6E18A110DEF3}" dt="2026-02-13T07:25:27.827" v="353" actId="20577"/>
          <ac:spMkLst>
            <pc:docMk/>
            <pc:sldMk cId="116964371" sldId="263"/>
            <ac:spMk id="3" creationId="{902CF2F1-1043-0A9A-E842-360541C97A7D}"/>
          </ac:spMkLst>
        </pc:spChg>
        <pc:spChg chg="mod">
          <ac:chgData name="Axel Simiakis" userId="a3a10e4bda652fc6" providerId="LiveId" clId="{873AC21E-F672-4393-96BF-6E18A110DEF3}" dt="2026-02-13T07:25:42.263" v="371" actId="20577"/>
          <ac:spMkLst>
            <pc:docMk/>
            <pc:sldMk cId="116964371" sldId="263"/>
            <ac:spMk id="89" creationId="{F099152F-93E1-E2AC-C4F3-5FA8587E11B6}"/>
          </ac:spMkLst>
        </pc:spChg>
      </pc:sldChg>
      <pc:sldChg chg="addSp modSp add mod">
        <pc:chgData name="Axel Simiakis" userId="a3a10e4bda652fc6" providerId="LiveId" clId="{873AC21E-F672-4393-96BF-6E18A110DEF3}" dt="2026-02-13T07:30:14.592" v="456" actId="207"/>
        <pc:sldMkLst>
          <pc:docMk/>
          <pc:sldMk cId="3476281735" sldId="264"/>
        </pc:sldMkLst>
        <pc:spChg chg="mod">
          <ac:chgData name="Axel Simiakis" userId="a3a10e4bda652fc6" providerId="LiveId" clId="{873AC21E-F672-4393-96BF-6E18A110DEF3}" dt="2026-02-13T07:26:24.842" v="417" actId="20577"/>
          <ac:spMkLst>
            <pc:docMk/>
            <pc:sldMk cId="3476281735" sldId="264"/>
            <ac:spMk id="12" creationId="{B05F9CB6-951C-8752-502B-825BA91114FD}"/>
          </ac:spMkLst>
        </pc:spChg>
        <pc:spChg chg="mod">
          <ac:chgData name="Axel Simiakis" userId="a3a10e4bda652fc6" providerId="LiveId" clId="{873AC21E-F672-4393-96BF-6E18A110DEF3}" dt="2026-02-13T07:29:23.361" v="451"/>
          <ac:spMkLst>
            <pc:docMk/>
            <pc:sldMk cId="3476281735" sldId="264"/>
            <ac:spMk id="19" creationId="{D6E38EE3-83A2-C345-8C1B-36C877B39F45}"/>
          </ac:spMkLst>
        </pc:spChg>
        <pc:spChg chg="mod">
          <ac:chgData name="Axel Simiakis" userId="a3a10e4bda652fc6" providerId="LiveId" clId="{873AC21E-F672-4393-96BF-6E18A110DEF3}" dt="2026-02-13T07:30:14.592" v="456" actId="207"/>
          <ac:spMkLst>
            <pc:docMk/>
            <pc:sldMk cId="3476281735" sldId="264"/>
            <ac:spMk id="20" creationId="{1FA182BC-EFEC-97A3-0A99-BA084DFCCDD6}"/>
          </ac:spMkLst>
        </pc:spChg>
        <pc:grpChg chg="add mod">
          <ac:chgData name="Axel Simiakis" userId="a3a10e4bda652fc6" providerId="LiveId" clId="{873AC21E-F672-4393-96BF-6E18A110DEF3}" dt="2026-02-13T07:29:23.361" v="451"/>
          <ac:grpSpMkLst>
            <pc:docMk/>
            <pc:sldMk cId="3476281735" sldId="264"/>
            <ac:grpSpMk id="16" creationId="{DA03E5BB-EA34-24A7-0F39-B4C9969767A9}"/>
          </ac:grpSpMkLst>
        </pc:grpChg>
        <pc:picChg chg="mod">
          <ac:chgData name="Axel Simiakis" userId="a3a10e4bda652fc6" providerId="LiveId" clId="{873AC21E-F672-4393-96BF-6E18A110DEF3}" dt="2026-02-13T07:26:48.213" v="420" actId="1076"/>
          <ac:picMkLst>
            <pc:docMk/>
            <pc:sldMk cId="3476281735" sldId="264"/>
            <ac:picMk id="14" creationId="{D41D0BA8-C4AF-F4E9-69D5-96B5FDDE987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E5259A-01E4-BEE0-9047-5D70674FF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AB61A0D-B30C-38C2-2B92-138CFFDD8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51F58CE-42E6-44DF-2B56-A36AFA588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192E-E886-43C1-8043-32096E59CF4A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7222EE3-D81F-AC31-161E-F11C8DFC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3F27A6D-B4EF-45BC-3D8A-721B00B2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0339C-0B63-4B1B-8775-C61D45EE77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106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D14F441-9FE2-3D01-88D0-DCB11D8E2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FC79F1C-1463-30D6-9CB1-FDF491099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6960B50-A140-5602-210E-FC90EEA57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192E-E886-43C1-8043-32096E59CF4A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C6A8212-F622-6A0E-803A-36B9641F6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FB32F68-BFE8-FB48-1041-762CC0DD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0339C-0B63-4B1B-8775-C61D45EE77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2503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7070EB-7B8A-9841-B64A-2040BF65D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67F58D8-BA8E-CB19-A3EE-E3BF67A64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F28370A-93A6-E989-A7B1-FB1CE7E37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192E-E886-43C1-8043-32096E59CF4A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8A6D8AC-2C53-397E-C20F-C98CBD16A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773AD37-40AA-BBAE-6DBB-E05D0D19E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0339C-0B63-4B1B-8775-C61D45EE77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527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EEB6E6-ECFF-C2AA-67F2-CB7C7CFF3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3BC35D8-24F4-424D-A343-34037D35E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2C58A44-D09A-954E-B7AE-B0051DC48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6D80918-B1FF-512B-2E2C-2EB28A4EF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192E-E886-43C1-8043-32096E59CF4A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73304DE-9684-A9BC-7753-B7A16603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2A003C8-C46D-DABC-10F5-D7EDFC552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0339C-0B63-4B1B-8775-C61D45EE77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363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EF0A70-AAD0-7162-93FD-4725C4CB2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FD412CE-B172-6BA8-BD7E-787150F12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F065879-A784-6E06-65C8-3C0118287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679AD19-A343-BB5F-43CF-D8F3674CA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8C2D9BB-A612-16B8-DAB5-AC07AB9901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9281D4B-46A2-4ED5-D9E4-69FA15EA1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192E-E886-43C1-8043-32096E59CF4A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4CAB9355-B405-A3A5-7872-7BFC5B433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AB039A5B-978C-52AD-1943-9F6013AA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0339C-0B63-4B1B-8775-C61D45EE77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93425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4CC891-E63B-0AC3-1876-19CAAAE53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B569136-7F60-640E-17B9-724944D26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192E-E886-43C1-8043-32096E59CF4A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470B3DF-A5C4-7322-A64D-B4C7AF395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F8BC9B2-BE10-188A-7681-720005A8A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0339C-0B63-4B1B-8775-C61D45EE77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2274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72F6935-6DCF-23FE-6066-8F6C55FEF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192E-E886-43C1-8043-32096E59CF4A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0F1978A-333C-82CD-1CD1-772AE792E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C5198C1-8667-12D2-5156-BBA023C4C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0339C-0B63-4B1B-8775-C61D45EE77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6962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20B73B-21EB-D1A4-4130-64DF29238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80EA34-6ACA-6A2C-C604-5A4B5C325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34D4BA4-8444-A418-3343-D7E0CD969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DE626C1-439E-5A06-C3AA-13C77B0B2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192E-E886-43C1-8043-32096E59CF4A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9F2416B-B2FF-0116-B265-4331DE15F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8F4EBDE-1B9C-B922-19EF-6ABBC452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0339C-0B63-4B1B-8775-C61D45EE77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8061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40E8E7-F4B0-CF15-95EE-9AA276166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4E91DA1-7074-7CEC-3E6C-FDD13DD76D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ADF4F8A-73AF-E328-2872-088FE2BC6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BE4D82D-0629-AA28-E2EC-CB90A17A6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192E-E886-43C1-8043-32096E59CF4A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16A0D4F-2350-E1B1-96D3-165D9BC2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3696151-3C76-1BB6-BDE6-6FD0AB56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0339C-0B63-4B1B-8775-C61D45EE77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3056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71DEE2-B031-884C-FA7B-B4BCE648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C1C5F94-3FA4-244B-F3F9-089E882AE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5A0598D-4044-BBC2-F417-C64023FFC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192E-E886-43C1-8043-32096E59CF4A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2BF80C1-6C95-2943-052B-B73D6BE7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385FF6-4C26-8132-9B27-0A1BC85EA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0339C-0B63-4B1B-8775-C61D45EE77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235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E055431A-B305-6A94-DF66-F5A38302E2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7F308A2-B7F7-9898-C2C8-DF0B421EA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B6A73FE-A0E6-A1DE-0EBF-F3488DEBD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192E-E886-43C1-8043-32096E59CF4A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6084CA3-523B-7715-22BA-B472B126C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B6793F9-E326-CC19-FA13-BE17CDFB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0339C-0B63-4B1B-8775-C61D45EE77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7657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37E8BFC-C0F6-F226-DA12-02AA95CA8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B7F4384-E012-B041-56F9-493F8E104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14372A4-678B-8203-9024-C2C43467A6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E192E-E886-43C1-8043-32096E59CF4A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280F1FC-F266-2753-7249-8C41A3B047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39F95BC-9A6B-A9E2-6C08-E207D7C8C2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0339C-0B63-4B1B-8775-C61D45EE77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85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CF3CA050-E67A-DC34-5F8B-9CA4F9C5B9BA}"/>
              </a:ext>
            </a:extLst>
          </p:cNvPr>
          <p:cNvSpPr/>
          <p:nvPr/>
        </p:nvSpPr>
        <p:spPr>
          <a:xfrm>
            <a:off x="-32995" y="-13545"/>
            <a:ext cx="12192000" cy="105580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4CFEB06-1245-36DA-D400-DB7A105CF287}"/>
              </a:ext>
            </a:extLst>
          </p:cNvPr>
          <p:cNvSpPr txBox="1"/>
          <p:nvPr/>
        </p:nvSpPr>
        <p:spPr>
          <a:xfrm>
            <a:off x="8396139" y="579499"/>
            <a:ext cx="3461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Regisztráció       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Belépés</a:t>
            </a:r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D8448601-9AFD-BB7A-0291-F8DBD428CCD5}"/>
              </a:ext>
            </a:extLst>
          </p:cNvPr>
          <p:cNvGrpSpPr/>
          <p:nvPr/>
        </p:nvGrpSpPr>
        <p:grpSpPr>
          <a:xfrm>
            <a:off x="4545290" y="486075"/>
            <a:ext cx="3101419" cy="5561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6" name="Ellipszis 5">
              <a:extLst>
                <a:ext uri="{FF2B5EF4-FFF2-40B4-BE49-F238E27FC236}">
                  <a16:creationId xmlns:a16="http://schemas.microsoft.com/office/drawing/2014/main" id="{71085AF3-D2CE-53FA-56B2-C50F1F989833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églalap 6">
              <a:extLst>
                <a:ext uri="{FF2B5EF4-FFF2-40B4-BE49-F238E27FC236}">
                  <a16:creationId xmlns:a16="http://schemas.microsoft.com/office/drawing/2014/main" id="{2D825BD3-69FA-E1D4-DCA4-F410BDA26B7A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Keresés</a:t>
              </a:r>
            </a:p>
          </p:txBody>
        </p:sp>
        <p:sp>
          <p:nvSpPr>
            <p:cNvPr id="8" name="Ellipszis 7">
              <a:extLst>
                <a:ext uri="{FF2B5EF4-FFF2-40B4-BE49-F238E27FC236}">
                  <a16:creationId xmlns:a16="http://schemas.microsoft.com/office/drawing/2014/main" id="{9694E719-9355-FAA4-37DC-72B479A8631C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églalap 9">
            <a:extLst>
              <a:ext uri="{FF2B5EF4-FFF2-40B4-BE49-F238E27FC236}">
                <a16:creationId xmlns:a16="http://schemas.microsoft.com/office/drawing/2014/main" id="{5B088129-F04D-9A36-8887-1711B16A9C13}"/>
              </a:ext>
            </a:extLst>
          </p:cNvPr>
          <p:cNvSpPr/>
          <p:nvPr/>
        </p:nvSpPr>
        <p:spPr>
          <a:xfrm>
            <a:off x="-30638" y="530556"/>
            <a:ext cx="2366128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Rólúnk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CE124DB6-4031-BD9C-55CD-8B2AC4135FBA}"/>
              </a:ext>
            </a:extLst>
          </p:cNvPr>
          <p:cNvSpPr txBox="1"/>
          <p:nvPr/>
        </p:nvSpPr>
        <p:spPr>
          <a:xfrm>
            <a:off x="2223153" y="643665"/>
            <a:ext cx="159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Szűrés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DC4C8FD5-9B49-B5BA-6F8A-6A4F560F780E}"/>
              </a:ext>
            </a:extLst>
          </p:cNvPr>
          <p:cNvSpPr txBox="1"/>
          <p:nvPr/>
        </p:nvSpPr>
        <p:spPr>
          <a:xfrm>
            <a:off x="3729871" y="1221614"/>
            <a:ext cx="4666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Foglaláshoz, regisztráljon illetve lépjen be!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BB6D5846-5736-E07E-F955-BF44B13087C2}"/>
              </a:ext>
            </a:extLst>
          </p:cNvPr>
          <p:cNvSpPr txBox="1"/>
          <p:nvPr/>
        </p:nvSpPr>
        <p:spPr>
          <a:xfrm>
            <a:off x="4701618" y="51599"/>
            <a:ext cx="278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PótkocsiPont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6C2A69D2-3434-EC86-EA86-6D8036BD7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240" y="1675614"/>
            <a:ext cx="2883817" cy="4325726"/>
          </a:xfrm>
          <a:prstGeom prst="rect">
            <a:avLst/>
          </a:prstGeom>
        </p:spPr>
      </p:pic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2EB4F383-2862-C863-A2A9-87610512538D}"/>
              </a:ext>
            </a:extLst>
          </p:cNvPr>
          <p:cNvGrpSpPr/>
          <p:nvPr/>
        </p:nvGrpSpPr>
        <p:grpSpPr>
          <a:xfrm>
            <a:off x="4319048" y="6086008"/>
            <a:ext cx="3007150" cy="646331"/>
            <a:chOff x="4628561" y="6189790"/>
            <a:chExt cx="3007150" cy="646331"/>
          </a:xfrm>
        </p:grpSpPr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7DCC8581-8E06-9DA3-DA94-03CFF6F279BD}"/>
                </a:ext>
              </a:extLst>
            </p:cNvPr>
            <p:cNvSpPr txBox="1"/>
            <p:nvPr/>
          </p:nvSpPr>
          <p:spPr>
            <a:xfrm>
              <a:off x="4628561" y="6189790"/>
              <a:ext cx="3007150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hu-HU" dirty="0"/>
                <a:t>NÉV</a:t>
              </a:r>
            </a:p>
            <a:p>
              <a:r>
                <a:rPr lang="hu-HU" dirty="0"/>
                <a:t>Rövid leírás</a:t>
              </a:r>
            </a:p>
          </p:txBody>
        </p:sp>
        <p:sp>
          <p:nvSpPr>
            <p:cNvPr id="16" name="Csillag: 5 ágú 15">
              <a:extLst>
                <a:ext uri="{FF2B5EF4-FFF2-40B4-BE49-F238E27FC236}">
                  <a16:creationId xmlns:a16="http://schemas.microsoft.com/office/drawing/2014/main" id="{4553E820-6CA9-0D23-D0C4-B9CBD5776648}"/>
                </a:ext>
              </a:extLst>
            </p:cNvPr>
            <p:cNvSpPr/>
            <p:nvPr/>
          </p:nvSpPr>
          <p:spPr>
            <a:xfrm>
              <a:off x="6984084" y="6274804"/>
              <a:ext cx="499620" cy="476302"/>
            </a:xfrm>
            <a:prstGeom prst="star5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404386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763FA-2217-7D36-F55A-4CD7D54AE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821C91F-6BA0-8F8D-46AD-6C3E2727C258}"/>
              </a:ext>
            </a:extLst>
          </p:cNvPr>
          <p:cNvSpPr/>
          <p:nvPr/>
        </p:nvSpPr>
        <p:spPr>
          <a:xfrm>
            <a:off x="-32995" y="-13545"/>
            <a:ext cx="12192000" cy="105580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24FBFBB-E579-41F7-6E02-40364910BA80}"/>
              </a:ext>
            </a:extLst>
          </p:cNvPr>
          <p:cNvSpPr txBox="1"/>
          <p:nvPr/>
        </p:nvSpPr>
        <p:spPr>
          <a:xfrm>
            <a:off x="8396139" y="579499"/>
            <a:ext cx="3461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Regisztráció          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Belépés</a:t>
            </a:r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8A6055A4-2CA8-4958-F6F5-5CEB29091A14}"/>
              </a:ext>
            </a:extLst>
          </p:cNvPr>
          <p:cNvGrpSpPr/>
          <p:nvPr/>
        </p:nvGrpSpPr>
        <p:grpSpPr>
          <a:xfrm>
            <a:off x="4545290" y="486075"/>
            <a:ext cx="3101419" cy="5561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6" name="Ellipszis 5">
              <a:extLst>
                <a:ext uri="{FF2B5EF4-FFF2-40B4-BE49-F238E27FC236}">
                  <a16:creationId xmlns:a16="http://schemas.microsoft.com/office/drawing/2014/main" id="{58E333F7-DC7A-1B3A-B018-0DDA3A913C3F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églalap 6">
              <a:extLst>
                <a:ext uri="{FF2B5EF4-FFF2-40B4-BE49-F238E27FC236}">
                  <a16:creationId xmlns:a16="http://schemas.microsoft.com/office/drawing/2014/main" id="{9D05DD74-8B4D-783A-7EE6-91845E8D1DBC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Keresés</a:t>
              </a:r>
            </a:p>
          </p:txBody>
        </p:sp>
        <p:sp>
          <p:nvSpPr>
            <p:cNvPr id="8" name="Ellipszis 7">
              <a:extLst>
                <a:ext uri="{FF2B5EF4-FFF2-40B4-BE49-F238E27FC236}">
                  <a16:creationId xmlns:a16="http://schemas.microsoft.com/office/drawing/2014/main" id="{F07A66BF-862A-58E2-D58E-5338ED2192A9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églalap 9">
            <a:extLst>
              <a:ext uri="{FF2B5EF4-FFF2-40B4-BE49-F238E27FC236}">
                <a16:creationId xmlns:a16="http://schemas.microsoft.com/office/drawing/2014/main" id="{97B1DCE3-9734-9A86-4EDF-3FEE7F1E62D7}"/>
              </a:ext>
            </a:extLst>
          </p:cNvPr>
          <p:cNvSpPr/>
          <p:nvPr/>
        </p:nvSpPr>
        <p:spPr>
          <a:xfrm>
            <a:off x="-30638" y="530556"/>
            <a:ext cx="2366128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Rólúnk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B4C72762-C1C4-30AE-2000-3B0BFF8D9873}"/>
              </a:ext>
            </a:extLst>
          </p:cNvPr>
          <p:cNvSpPr txBox="1"/>
          <p:nvPr/>
        </p:nvSpPr>
        <p:spPr>
          <a:xfrm>
            <a:off x="2223153" y="643665"/>
            <a:ext cx="159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Szűrés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A3FE6550-C204-C8B1-78C5-81FEB42E3DD5}"/>
              </a:ext>
            </a:extLst>
          </p:cNvPr>
          <p:cNvSpPr txBox="1"/>
          <p:nvPr/>
        </p:nvSpPr>
        <p:spPr>
          <a:xfrm>
            <a:off x="3729871" y="1221614"/>
            <a:ext cx="4666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Foglaláshoz, regisztráljon illetve lépjen be!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8A54FBCD-FA87-5501-ADE6-CFC8DF7D0BCF}"/>
              </a:ext>
            </a:extLst>
          </p:cNvPr>
          <p:cNvSpPr txBox="1"/>
          <p:nvPr/>
        </p:nvSpPr>
        <p:spPr>
          <a:xfrm>
            <a:off x="4701618" y="51599"/>
            <a:ext cx="278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PótkocsiPont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A0561D2D-1ECC-539C-3FAA-5E3C16171462}"/>
              </a:ext>
            </a:extLst>
          </p:cNvPr>
          <p:cNvSpPr/>
          <p:nvPr/>
        </p:nvSpPr>
        <p:spPr>
          <a:xfrm>
            <a:off x="1815051" y="329938"/>
            <a:ext cx="8561896" cy="631595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B900A10-91CC-7D7F-797D-B742DFEBAA3E}"/>
              </a:ext>
            </a:extLst>
          </p:cNvPr>
          <p:cNvSpPr txBox="1"/>
          <p:nvPr/>
        </p:nvSpPr>
        <p:spPr>
          <a:xfrm>
            <a:off x="4920792" y="853721"/>
            <a:ext cx="2912882" cy="367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REGISSZTRÁCIÓ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1CC473FD-D679-A0F3-77FB-7FF8635AE9C2}"/>
              </a:ext>
            </a:extLst>
          </p:cNvPr>
          <p:cNvSpPr txBox="1"/>
          <p:nvPr/>
        </p:nvSpPr>
        <p:spPr>
          <a:xfrm>
            <a:off x="2248683" y="1501453"/>
            <a:ext cx="3019720" cy="4129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Vezetéknév:</a:t>
            </a:r>
          </a:p>
          <a:p>
            <a:pPr>
              <a:spcAft>
                <a:spcPts val="600"/>
              </a:spcAft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Keresztnév: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Telefon:</a:t>
            </a:r>
          </a:p>
          <a:p>
            <a:pPr>
              <a:spcAft>
                <a:spcPts val="800"/>
              </a:spcAft>
            </a:pPr>
            <a:b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Ország:</a:t>
            </a:r>
            <a:b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Irányítószám:</a:t>
            </a:r>
            <a:b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Vármegye:</a:t>
            </a:r>
            <a:b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Város:</a:t>
            </a:r>
          </a:p>
          <a:p>
            <a:pPr>
              <a:spcAft>
                <a:spcPts val="800"/>
              </a:spcAft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Utca: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Házszám:</a:t>
            </a:r>
            <a:b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Email:</a:t>
            </a:r>
          </a:p>
          <a:p>
            <a:pPr>
              <a:spcAft>
                <a:spcPts val="600"/>
              </a:spcAft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Jelszó:</a:t>
            </a:r>
          </a:p>
        </p:txBody>
      </p:sp>
      <p:grpSp>
        <p:nvGrpSpPr>
          <p:cNvPr id="51" name="Csoportba foglalás 50">
            <a:extLst>
              <a:ext uri="{FF2B5EF4-FFF2-40B4-BE49-F238E27FC236}">
                <a16:creationId xmlns:a16="http://schemas.microsoft.com/office/drawing/2014/main" id="{39F2638C-5C80-DC9C-80EA-80C6F53DFE63}"/>
              </a:ext>
            </a:extLst>
          </p:cNvPr>
          <p:cNvGrpSpPr/>
          <p:nvPr/>
        </p:nvGrpSpPr>
        <p:grpSpPr>
          <a:xfrm>
            <a:off x="5236191" y="1905243"/>
            <a:ext cx="3101419" cy="314215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52" name="Ellipszis 51">
              <a:extLst>
                <a:ext uri="{FF2B5EF4-FFF2-40B4-BE49-F238E27FC236}">
                  <a16:creationId xmlns:a16="http://schemas.microsoft.com/office/drawing/2014/main" id="{4C0897A8-1507-6220-B159-BF440008529E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églalap 52">
              <a:extLst>
                <a:ext uri="{FF2B5EF4-FFF2-40B4-BE49-F238E27FC236}">
                  <a16:creationId xmlns:a16="http://schemas.microsoft.com/office/drawing/2014/main" id="{754570CB-432B-C9F2-B75B-8C8957D02D35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Keresztnév…</a:t>
              </a:r>
            </a:p>
          </p:txBody>
        </p:sp>
        <p:sp>
          <p:nvSpPr>
            <p:cNvPr id="54" name="Ellipszis 53">
              <a:extLst>
                <a:ext uri="{FF2B5EF4-FFF2-40B4-BE49-F238E27FC236}">
                  <a16:creationId xmlns:a16="http://schemas.microsoft.com/office/drawing/2014/main" id="{80864F97-66E4-F0A6-F174-89449E2F7E49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9" name="Csoportba foglalás 78">
            <a:extLst>
              <a:ext uri="{FF2B5EF4-FFF2-40B4-BE49-F238E27FC236}">
                <a16:creationId xmlns:a16="http://schemas.microsoft.com/office/drawing/2014/main" id="{CAEAED26-921F-124A-08E4-7A5B437F04AA}"/>
              </a:ext>
            </a:extLst>
          </p:cNvPr>
          <p:cNvGrpSpPr/>
          <p:nvPr/>
        </p:nvGrpSpPr>
        <p:grpSpPr>
          <a:xfrm>
            <a:off x="5236191" y="1528720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80" name="Ellipszis 79">
              <a:extLst>
                <a:ext uri="{FF2B5EF4-FFF2-40B4-BE49-F238E27FC236}">
                  <a16:creationId xmlns:a16="http://schemas.microsoft.com/office/drawing/2014/main" id="{B25E11F2-4BDB-6D36-7542-032B3E414347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églalap 80">
              <a:extLst>
                <a:ext uri="{FF2B5EF4-FFF2-40B4-BE49-F238E27FC236}">
                  <a16:creationId xmlns:a16="http://schemas.microsoft.com/office/drawing/2014/main" id="{09710DCE-1148-4097-499B-9F78C553DA5E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Vezetéknév…</a:t>
              </a:r>
            </a:p>
          </p:txBody>
        </p:sp>
        <p:sp>
          <p:nvSpPr>
            <p:cNvPr id="82" name="Ellipszis 81">
              <a:extLst>
                <a:ext uri="{FF2B5EF4-FFF2-40B4-BE49-F238E27FC236}">
                  <a16:creationId xmlns:a16="http://schemas.microsoft.com/office/drawing/2014/main" id="{22011B02-DCF3-82BC-476B-A4C7527DBAE4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7" name="Csoportba foglalás 86">
            <a:extLst>
              <a:ext uri="{FF2B5EF4-FFF2-40B4-BE49-F238E27FC236}">
                <a16:creationId xmlns:a16="http://schemas.microsoft.com/office/drawing/2014/main" id="{67B7CE10-D970-FDA2-06E1-B5A27C294874}"/>
              </a:ext>
            </a:extLst>
          </p:cNvPr>
          <p:cNvGrpSpPr/>
          <p:nvPr/>
        </p:nvGrpSpPr>
        <p:grpSpPr>
          <a:xfrm>
            <a:off x="4595169" y="6004279"/>
            <a:ext cx="3101419" cy="556182"/>
            <a:chOff x="4788816" y="207389"/>
            <a:chExt cx="3101419" cy="556182"/>
          </a:xfrm>
          <a:solidFill>
            <a:srgbClr val="FF0000"/>
          </a:solidFill>
        </p:grpSpPr>
        <p:sp>
          <p:nvSpPr>
            <p:cNvPr id="88" name="Ellipszis 87">
              <a:extLst>
                <a:ext uri="{FF2B5EF4-FFF2-40B4-BE49-F238E27FC236}">
                  <a16:creationId xmlns:a16="http://schemas.microsoft.com/office/drawing/2014/main" id="{F4FCDE8A-AE95-306E-8C6E-8A65ABAC3BB6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églalap 88">
              <a:extLst>
                <a:ext uri="{FF2B5EF4-FFF2-40B4-BE49-F238E27FC236}">
                  <a16:creationId xmlns:a16="http://schemas.microsoft.com/office/drawing/2014/main" id="{BB4CD90C-7515-42C8-DD99-9006D60E55B3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REGISZTRÁCIÓ</a:t>
              </a:r>
            </a:p>
          </p:txBody>
        </p:sp>
        <p:sp>
          <p:nvSpPr>
            <p:cNvPr id="90" name="Ellipszis 89">
              <a:extLst>
                <a:ext uri="{FF2B5EF4-FFF2-40B4-BE49-F238E27FC236}">
                  <a16:creationId xmlns:a16="http://schemas.microsoft.com/office/drawing/2014/main" id="{8CC170FB-3C33-9706-8B30-6C9FA4ACD4AE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5" name="Csoportba foglalás 94">
            <a:extLst>
              <a:ext uri="{FF2B5EF4-FFF2-40B4-BE49-F238E27FC236}">
                <a16:creationId xmlns:a16="http://schemas.microsoft.com/office/drawing/2014/main" id="{2B60B97E-1191-7602-AE65-A7F10E748A78}"/>
              </a:ext>
            </a:extLst>
          </p:cNvPr>
          <p:cNvGrpSpPr/>
          <p:nvPr/>
        </p:nvGrpSpPr>
        <p:grpSpPr>
          <a:xfrm>
            <a:off x="5236191" y="4791086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6C9EC98F-BF06-558F-5928-72163A2234F2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Téglalap 96">
              <a:extLst>
                <a:ext uri="{FF2B5EF4-FFF2-40B4-BE49-F238E27FC236}">
                  <a16:creationId xmlns:a16="http://schemas.microsoft.com/office/drawing/2014/main" id="{95BC2345-9BD9-8C42-0EAC-653B01BF2283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E-mail…</a:t>
              </a:r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040246A-1CAB-D8E0-E229-6F40CF3B4637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9" name="Csoportba foglalás 98">
            <a:extLst>
              <a:ext uri="{FF2B5EF4-FFF2-40B4-BE49-F238E27FC236}">
                <a16:creationId xmlns:a16="http://schemas.microsoft.com/office/drawing/2014/main" id="{0558D576-E81E-726F-B91B-B304E177729A}"/>
              </a:ext>
            </a:extLst>
          </p:cNvPr>
          <p:cNvGrpSpPr/>
          <p:nvPr/>
        </p:nvGrpSpPr>
        <p:grpSpPr>
          <a:xfrm>
            <a:off x="5236191" y="2719827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AFB0407A-DBC6-86C1-E784-5308B55B2764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Téglalap 100">
              <a:extLst>
                <a:ext uri="{FF2B5EF4-FFF2-40B4-BE49-F238E27FC236}">
                  <a16:creationId xmlns:a16="http://schemas.microsoft.com/office/drawing/2014/main" id="{384270F6-7F2F-097C-6AB5-510507BDDEA0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Országnév…</a:t>
              </a:r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65EF71C1-99AC-1B0C-6982-D831378744F4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3" name="Csoportba foglalás 102">
            <a:extLst>
              <a:ext uri="{FF2B5EF4-FFF2-40B4-BE49-F238E27FC236}">
                <a16:creationId xmlns:a16="http://schemas.microsoft.com/office/drawing/2014/main" id="{905358DE-EDFB-9AA2-5B3B-2B5544F66F58}"/>
              </a:ext>
            </a:extLst>
          </p:cNvPr>
          <p:cNvGrpSpPr/>
          <p:nvPr/>
        </p:nvGrpSpPr>
        <p:grpSpPr>
          <a:xfrm>
            <a:off x="5236191" y="3294998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3B35DF20-9000-FE9B-8E68-EE5F1815D2B6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4800F043-5DF1-7E23-737E-7C59D56B0B03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Vármegye..</a:t>
              </a:r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ED6DF6C8-3A55-CEFB-4EC8-05281C66BC1E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7" name="Csoportba foglalás 106">
            <a:extLst>
              <a:ext uri="{FF2B5EF4-FFF2-40B4-BE49-F238E27FC236}">
                <a16:creationId xmlns:a16="http://schemas.microsoft.com/office/drawing/2014/main" id="{71F565D2-2E8B-44DE-095C-6EB953FE5E08}"/>
              </a:ext>
            </a:extLst>
          </p:cNvPr>
          <p:cNvGrpSpPr/>
          <p:nvPr/>
        </p:nvGrpSpPr>
        <p:grpSpPr>
          <a:xfrm>
            <a:off x="5236191" y="3589821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08" name="Ellipszis 107">
              <a:extLst>
                <a:ext uri="{FF2B5EF4-FFF2-40B4-BE49-F238E27FC236}">
                  <a16:creationId xmlns:a16="http://schemas.microsoft.com/office/drawing/2014/main" id="{CE0DD496-DCF5-E81C-726D-13C0DC9A65EB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Téglalap 108">
              <a:extLst>
                <a:ext uri="{FF2B5EF4-FFF2-40B4-BE49-F238E27FC236}">
                  <a16:creationId xmlns:a16="http://schemas.microsoft.com/office/drawing/2014/main" id="{47CB1DCE-5887-7626-38B6-8652ADCED4C8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Város…</a:t>
              </a:r>
            </a:p>
          </p:txBody>
        </p:sp>
        <p:sp>
          <p:nvSpPr>
            <p:cNvPr id="110" name="Ellipszis 109">
              <a:extLst>
                <a:ext uri="{FF2B5EF4-FFF2-40B4-BE49-F238E27FC236}">
                  <a16:creationId xmlns:a16="http://schemas.microsoft.com/office/drawing/2014/main" id="{DAE20578-D580-C93A-D4A0-EE6A8CD8093B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1" name="Csoportba foglalás 110">
            <a:extLst>
              <a:ext uri="{FF2B5EF4-FFF2-40B4-BE49-F238E27FC236}">
                <a16:creationId xmlns:a16="http://schemas.microsoft.com/office/drawing/2014/main" id="{CAFBD15D-CC82-321A-80C4-EAB41DF01ABC}"/>
              </a:ext>
            </a:extLst>
          </p:cNvPr>
          <p:cNvGrpSpPr/>
          <p:nvPr/>
        </p:nvGrpSpPr>
        <p:grpSpPr>
          <a:xfrm>
            <a:off x="5236191" y="3957147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12" name="Ellipszis 111">
              <a:extLst>
                <a:ext uri="{FF2B5EF4-FFF2-40B4-BE49-F238E27FC236}">
                  <a16:creationId xmlns:a16="http://schemas.microsoft.com/office/drawing/2014/main" id="{0F25C6C7-872B-7626-085E-8925C59A23AF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:a16="http://schemas.microsoft.com/office/drawing/2014/main" id="{B44B3653-7DA1-1590-3EBC-06763D822E69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Utca</a:t>
              </a:r>
            </a:p>
          </p:txBody>
        </p:sp>
        <p:sp>
          <p:nvSpPr>
            <p:cNvPr id="114" name="Ellipszis 113">
              <a:extLst>
                <a:ext uri="{FF2B5EF4-FFF2-40B4-BE49-F238E27FC236}">
                  <a16:creationId xmlns:a16="http://schemas.microsoft.com/office/drawing/2014/main" id="{B94AE4F5-A959-BC75-7E44-54FEE60867CE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AE33A97C-697B-63EE-E41A-FA00A3730204}"/>
              </a:ext>
            </a:extLst>
          </p:cNvPr>
          <p:cNvGrpSpPr/>
          <p:nvPr/>
        </p:nvGrpSpPr>
        <p:grpSpPr>
          <a:xfrm>
            <a:off x="5236191" y="4310106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16" name="Ellipszis 115">
              <a:extLst>
                <a:ext uri="{FF2B5EF4-FFF2-40B4-BE49-F238E27FC236}">
                  <a16:creationId xmlns:a16="http://schemas.microsoft.com/office/drawing/2014/main" id="{99D5FD4F-0186-CC59-B8CF-5326A1D230C5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Téglalap 116">
              <a:extLst>
                <a:ext uri="{FF2B5EF4-FFF2-40B4-BE49-F238E27FC236}">
                  <a16:creationId xmlns:a16="http://schemas.microsoft.com/office/drawing/2014/main" id="{B2152441-053A-EDA3-CD68-723373F45EB8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Házszám</a:t>
              </a:r>
            </a:p>
          </p:txBody>
        </p: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71AEC831-2F65-9EED-ABAE-9AD9C0BF3117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9" name="Csoportba foglalás 118">
            <a:extLst>
              <a:ext uri="{FF2B5EF4-FFF2-40B4-BE49-F238E27FC236}">
                <a16:creationId xmlns:a16="http://schemas.microsoft.com/office/drawing/2014/main" id="{48291BE2-A10F-5C97-B793-4203431EFE29}"/>
              </a:ext>
            </a:extLst>
          </p:cNvPr>
          <p:cNvGrpSpPr/>
          <p:nvPr/>
        </p:nvGrpSpPr>
        <p:grpSpPr>
          <a:xfrm>
            <a:off x="5236191" y="5240269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20" name="Ellipszis 119">
              <a:extLst>
                <a:ext uri="{FF2B5EF4-FFF2-40B4-BE49-F238E27FC236}">
                  <a16:creationId xmlns:a16="http://schemas.microsoft.com/office/drawing/2014/main" id="{149B4535-3309-67F9-33AE-BF847CA041A9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Téglalap 120">
              <a:extLst>
                <a:ext uri="{FF2B5EF4-FFF2-40B4-BE49-F238E27FC236}">
                  <a16:creationId xmlns:a16="http://schemas.microsoft.com/office/drawing/2014/main" id="{1B3F3331-9AC9-29CD-635B-F2ED42B68ED8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Jelszó…</a:t>
              </a:r>
            </a:p>
          </p:txBody>
        </p:sp>
        <p:sp>
          <p:nvSpPr>
            <p:cNvPr id="122" name="Ellipszis 121">
              <a:extLst>
                <a:ext uri="{FF2B5EF4-FFF2-40B4-BE49-F238E27FC236}">
                  <a16:creationId xmlns:a16="http://schemas.microsoft.com/office/drawing/2014/main" id="{8AFB8165-8DC6-F43B-4697-7EE98B521C9F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3" name="Csoportba foglalás 122">
            <a:extLst>
              <a:ext uri="{FF2B5EF4-FFF2-40B4-BE49-F238E27FC236}">
                <a16:creationId xmlns:a16="http://schemas.microsoft.com/office/drawing/2014/main" id="{71B5E0DB-2830-44BF-D26D-C7DE9C3C8E0F}"/>
              </a:ext>
            </a:extLst>
          </p:cNvPr>
          <p:cNvGrpSpPr/>
          <p:nvPr/>
        </p:nvGrpSpPr>
        <p:grpSpPr>
          <a:xfrm>
            <a:off x="5236191" y="2269570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24" name="Ellipszis 123">
              <a:extLst>
                <a:ext uri="{FF2B5EF4-FFF2-40B4-BE49-F238E27FC236}">
                  <a16:creationId xmlns:a16="http://schemas.microsoft.com/office/drawing/2014/main" id="{FD91BFD8-C2FE-8522-28DD-8E473A78AA28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Téglalap 124">
              <a:extLst>
                <a:ext uri="{FF2B5EF4-FFF2-40B4-BE49-F238E27FC236}">
                  <a16:creationId xmlns:a16="http://schemas.microsoft.com/office/drawing/2014/main" id="{253BF519-7BD1-1492-A0E7-D9DB2F449BD8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+(36)…</a:t>
              </a:r>
            </a:p>
          </p:txBody>
        </p:sp>
        <p:sp>
          <p:nvSpPr>
            <p:cNvPr id="126" name="Ellipszis 125">
              <a:extLst>
                <a:ext uri="{FF2B5EF4-FFF2-40B4-BE49-F238E27FC236}">
                  <a16:creationId xmlns:a16="http://schemas.microsoft.com/office/drawing/2014/main" id="{5FAFD7CD-2F43-E0C1-9EE9-5ABEC739BF20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7" name="Csoportba foglalás 126">
            <a:extLst>
              <a:ext uri="{FF2B5EF4-FFF2-40B4-BE49-F238E27FC236}">
                <a16:creationId xmlns:a16="http://schemas.microsoft.com/office/drawing/2014/main" id="{E66D1C92-3577-30C0-9721-2DB84B7B2139}"/>
              </a:ext>
            </a:extLst>
          </p:cNvPr>
          <p:cNvGrpSpPr/>
          <p:nvPr/>
        </p:nvGrpSpPr>
        <p:grpSpPr>
          <a:xfrm>
            <a:off x="5236191" y="3011105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28" name="Ellipszis 127">
              <a:extLst>
                <a:ext uri="{FF2B5EF4-FFF2-40B4-BE49-F238E27FC236}">
                  <a16:creationId xmlns:a16="http://schemas.microsoft.com/office/drawing/2014/main" id="{2D3A7E46-3B1D-4D0E-E133-E7E033903A96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Téglalap 128">
              <a:extLst>
                <a:ext uri="{FF2B5EF4-FFF2-40B4-BE49-F238E27FC236}">
                  <a16:creationId xmlns:a16="http://schemas.microsoft.com/office/drawing/2014/main" id="{FBBB34EE-41CD-78E0-82EB-25B2BFF66736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Irányítószám</a:t>
              </a:r>
            </a:p>
          </p:txBody>
        </p: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A2B9D9B6-48E0-C029-F279-290E3163FD45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FA8BC438-36B1-BF95-D1AA-5679057C6B1C}"/>
              </a:ext>
            </a:extLst>
          </p:cNvPr>
          <p:cNvGrpSpPr/>
          <p:nvPr/>
        </p:nvGrpSpPr>
        <p:grpSpPr>
          <a:xfrm>
            <a:off x="4336717" y="5644299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6" name="Ellipszis 15">
              <a:extLst>
                <a:ext uri="{FF2B5EF4-FFF2-40B4-BE49-F238E27FC236}">
                  <a16:creationId xmlns:a16="http://schemas.microsoft.com/office/drawing/2014/main" id="{5CC9E654-6C87-F652-35F8-ECB483797073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églalap 16">
              <a:extLst>
                <a:ext uri="{FF2B5EF4-FFF2-40B4-BE49-F238E27FC236}">
                  <a16:creationId xmlns:a16="http://schemas.microsoft.com/office/drawing/2014/main" id="{CA558EF2-765E-3220-E250-CD05A6FAF1D5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GOOGLE BELÉPÉS</a:t>
              </a:r>
            </a:p>
          </p:txBody>
        </p:sp>
        <p:sp>
          <p:nvSpPr>
            <p:cNvPr id="18" name="Ellipszis 17">
              <a:extLst>
                <a:ext uri="{FF2B5EF4-FFF2-40B4-BE49-F238E27FC236}">
                  <a16:creationId xmlns:a16="http://schemas.microsoft.com/office/drawing/2014/main" id="{FDEBEA2E-258A-02C2-1265-5D5F3A4BC53C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0395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FCCA9-B32A-67C5-2363-7C7C5056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D12B4B2B-5F35-5BF1-9A6E-8E0B92B757FC}"/>
              </a:ext>
            </a:extLst>
          </p:cNvPr>
          <p:cNvSpPr/>
          <p:nvPr/>
        </p:nvSpPr>
        <p:spPr>
          <a:xfrm>
            <a:off x="-32995" y="-13545"/>
            <a:ext cx="12192000" cy="105580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7127CAF-BADF-D3F0-D7E5-CCD5899048E9}"/>
              </a:ext>
            </a:extLst>
          </p:cNvPr>
          <p:cNvSpPr txBox="1"/>
          <p:nvPr/>
        </p:nvSpPr>
        <p:spPr>
          <a:xfrm>
            <a:off x="8396139" y="579499"/>
            <a:ext cx="3461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Regisztráció          Belépés</a:t>
            </a:r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8565E825-C14D-3DD9-20EB-F31CB4A46D0C}"/>
              </a:ext>
            </a:extLst>
          </p:cNvPr>
          <p:cNvGrpSpPr/>
          <p:nvPr/>
        </p:nvGrpSpPr>
        <p:grpSpPr>
          <a:xfrm>
            <a:off x="4545290" y="486075"/>
            <a:ext cx="3101419" cy="5561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6" name="Ellipszis 5">
              <a:extLst>
                <a:ext uri="{FF2B5EF4-FFF2-40B4-BE49-F238E27FC236}">
                  <a16:creationId xmlns:a16="http://schemas.microsoft.com/office/drawing/2014/main" id="{CA3D0145-B5EF-6AA1-41C6-4B3ECA55724B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églalap 6">
              <a:extLst>
                <a:ext uri="{FF2B5EF4-FFF2-40B4-BE49-F238E27FC236}">
                  <a16:creationId xmlns:a16="http://schemas.microsoft.com/office/drawing/2014/main" id="{4DFB168C-1792-698F-83D1-E25045CF93C0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Keresés</a:t>
              </a:r>
            </a:p>
          </p:txBody>
        </p:sp>
        <p:sp>
          <p:nvSpPr>
            <p:cNvPr id="8" name="Ellipszis 7">
              <a:extLst>
                <a:ext uri="{FF2B5EF4-FFF2-40B4-BE49-F238E27FC236}">
                  <a16:creationId xmlns:a16="http://schemas.microsoft.com/office/drawing/2014/main" id="{995A0707-C4C1-D2AD-31A9-E9596DCBC9A9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églalap 9">
            <a:extLst>
              <a:ext uri="{FF2B5EF4-FFF2-40B4-BE49-F238E27FC236}">
                <a16:creationId xmlns:a16="http://schemas.microsoft.com/office/drawing/2014/main" id="{C5017D9E-8194-5F28-30D8-099C7FC9F979}"/>
              </a:ext>
            </a:extLst>
          </p:cNvPr>
          <p:cNvSpPr/>
          <p:nvPr/>
        </p:nvSpPr>
        <p:spPr>
          <a:xfrm>
            <a:off x="-30638" y="530556"/>
            <a:ext cx="2366128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Rólúnk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6B951CB9-161A-C978-732E-F5B6E75ABD43}"/>
              </a:ext>
            </a:extLst>
          </p:cNvPr>
          <p:cNvSpPr txBox="1"/>
          <p:nvPr/>
        </p:nvSpPr>
        <p:spPr>
          <a:xfrm>
            <a:off x="2223153" y="643665"/>
            <a:ext cx="159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Szűrés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AC37F68C-3CA9-D986-03EA-8B0D48D5CF3E}"/>
              </a:ext>
            </a:extLst>
          </p:cNvPr>
          <p:cNvSpPr txBox="1"/>
          <p:nvPr/>
        </p:nvSpPr>
        <p:spPr>
          <a:xfrm>
            <a:off x="3729871" y="1221614"/>
            <a:ext cx="4666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Foglaláshoz, regisztráljon illetve lépjen be!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8AA9D0B8-8CD9-DE8C-77C2-AFC3FA3BA598}"/>
              </a:ext>
            </a:extLst>
          </p:cNvPr>
          <p:cNvSpPr txBox="1"/>
          <p:nvPr/>
        </p:nvSpPr>
        <p:spPr>
          <a:xfrm>
            <a:off x="4701618" y="51599"/>
            <a:ext cx="278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PótkocsiPont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F74D0DA7-8010-C175-CC2E-0F9D946ED057}"/>
              </a:ext>
            </a:extLst>
          </p:cNvPr>
          <p:cNvSpPr/>
          <p:nvPr/>
        </p:nvSpPr>
        <p:spPr>
          <a:xfrm>
            <a:off x="3776220" y="2000099"/>
            <a:ext cx="4056669" cy="411951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C9E757EB-0A74-7784-55BC-D3C54FFF5551}"/>
              </a:ext>
            </a:extLst>
          </p:cNvPr>
          <p:cNvSpPr txBox="1"/>
          <p:nvPr/>
        </p:nvSpPr>
        <p:spPr>
          <a:xfrm>
            <a:off x="4708687" y="2221140"/>
            <a:ext cx="2191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BELÉPÉS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12287FE3-3470-294E-7058-E81007F79239}"/>
              </a:ext>
            </a:extLst>
          </p:cNvPr>
          <p:cNvSpPr txBox="1"/>
          <p:nvPr/>
        </p:nvSpPr>
        <p:spPr>
          <a:xfrm>
            <a:off x="3876771" y="3284053"/>
            <a:ext cx="1291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Email:</a:t>
            </a:r>
          </a:p>
          <a:p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Jelszó:</a:t>
            </a:r>
          </a:p>
        </p:txBody>
      </p:sp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3A6B70B1-C0C2-04A1-3F05-CB1A3E867FCF}"/>
              </a:ext>
            </a:extLst>
          </p:cNvPr>
          <p:cNvGrpSpPr/>
          <p:nvPr/>
        </p:nvGrpSpPr>
        <p:grpSpPr>
          <a:xfrm>
            <a:off x="4653698" y="3363649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6" name="Ellipszis 15">
              <a:extLst>
                <a:ext uri="{FF2B5EF4-FFF2-40B4-BE49-F238E27FC236}">
                  <a16:creationId xmlns:a16="http://schemas.microsoft.com/office/drawing/2014/main" id="{6AD2824F-C767-2859-5927-E9C27861228D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églalap 16">
              <a:extLst>
                <a:ext uri="{FF2B5EF4-FFF2-40B4-BE49-F238E27FC236}">
                  <a16:creationId xmlns:a16="http://schemas.microsoft.com/office/drawing/2014/main" id="{ECCA3516-52DC-044E-8F9C-C2D39C49E268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Keresés</a:t>
              </a:r>
            </a:p>
          </p:txBody>
        </p:sp>
        <p:sp>
          <p:nvSpPr>
            <p:cNvPr id="18" name="Ellipszis 17">
              <a:extLst>
                <a:ext uri="{FF2B5EF4-FFF2-40B4-BE49-F238E27FC236}">
                  <a16:creationId xmlns:a16="http://schemas.microsoft.com/office/drawing/2014/main" id="{B94ECABA-03BC-2A36-6B99-835233BFD1AA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Csoportba foglalás 18">
            <a:extLst>
              <a:ext uri="{FF2B5EF4-FFF2-40B4-BE49-F238E27FC236}">
                <a16:creationId xmlns:a16="http://schemas.microsoft.com/office/drawing/2014/main" id="{DBB22B46-FFA4-D4A9-DF44-58C912B3BD35}"/>
              </a:ext>
            </a:extLst>
          </p:cNvPr>
          <p:cNvGrpSpPr/>
          <p:nvPr/>
        </p:nvGrpSpPr>
        <p:grpSpPr>
          <a:xfrm>
            <a:off x="4653698" y="3927598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20" name="Ellipszis 19">
              <a:extLst>
                <a:ext uri="{FF2B5EF4-FFF2-40B4-BE49-F238E27FC236}">
                  <a16:creationId xmlns:a16="http://schemas.microsoft.com/office/drawing/2014/main" id="{9F8424F9-A24F-5EEC-D41A-ACA60ACFB74B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églalap 20">
              <a:extLst>
                <a:ext uri="{FF2B5EF4-FFF2-40B4-BE49-F238E27FC236}">
                  <a16:creationId xmlns:a16="http://schemas.microsoft.com/office/drawing/2014/main" id="{A786A0AB-B512-0C90-8CD0-0B5B5AAFF900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Keresés</a:t>
              </a:r>
            </a:p>
          </p:txBody>
        </p:sp>
        <p:sp>
          <p:nvSpPr>
            <p:cNvPr id="22" name="Ellipszis 21">
              <a:extLst>
                <a:ext uri="{FF2B5EF4-FFF2-40B4-BE49-F238E27FC236}">
                  <a16:creationId xmlns:a16="http://schemas.microsoft.com/office/drawing/2014/main" id="{FD9C5DA9-82BC-4AF6-30C1-E10958C6CCA2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Csoportba foglalás 24">
            <a:extLst>
              <a:ext uri="{FF2B5EF4-FFF2-40B4-BE49-F238E27FC236}">
                <a16:creationId xmlns:a16="http://schemas.microsoft.com/office/drawing/2014/main" id="{12E6F659-F3A7-F6BD-CD41-011B83D97052}"/>
              </a:ext>
            </a:extLst>
          </p:cNvPr>
          <p:cNvGrpSpPr/>
          <p:nvPr/>
        </p:nvGrpSpPr>
        <p:grpSpPr>
          <a:xfrm>
            <a:off x="4210638" y="5441623"/>
            <a:ext cx="3101419" cy="556182"/>
            <a:chOff x="4788816" y="207389"/>
            <a:chExt cx="3101419" cy="556182"/>
          </a:xfrm>
          <a:solidFill>
            <a:srgbClr val="FF0000"/>
          </a:solidFill>
        </p:grpSpPr>
        <p:sp>
          <p:nvSpPr>
            <p:cNvPr id="26" name="Ellipszis 25">
              <a:extLst>
                <a:ext uri="{FF2B5EF4-FFF2-40B4-BE49-F238E27FC236}">
                  <a16:creationId xmlns:a16="http://schemas.microsoft.com/office/drawing/2014/main" id="{714563A1-D8AD-80BF-17EE-A8F34027B5B8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églalap 26">
              <a:extLst>
                <a:ext uri="{FF2B5EF4-FFF2-40B4-BE49-F238E27FC236}">
                  <a16:creationId xmlns:a16="http://schemas.microsoft.com/office/drawing/2014/main" id="{20773FC2-9611-2F0A-B340-DFEEDE5560F3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BELÉPÉS</a:t>
              </a:r>
            </a:p>
          </p:txBody>
        </p:sp>
        <p:sp>
          <p:nvSpPr>
            <p:cNvPr id="28" name="Ellipszis 27">
              <a:extLst>
                <a:ext uri="{FF2B5EF4-FFF2-40B4-BE49-F238E27FC236}">
                  <a16:creationId xmlns:a16="http://schemas.microsoft.com/office/drawing/2014/main" id="{BFC1B526-46F8-7D20-ADBF-845E1E30AE29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Csoportba foglalás 22">
            <a:extLst>
              <a:ext uri="{FF2B5EF4-FFF2-40B4-BE49-F238E27FC236}">
                <a16:creationId xmlns:a16="http://schemas.microsoft.com/office/drawing/2014/main" id="{7E68E7B9-60A1-3426-2A9E-1E4322A4AE3B}"/>
              </a:ext>
            </a:extLst>
          </p:cNvPr>
          <p:cNvGrpSpPr/>
          <p:nvPr/>
        </p:nvGrpSpPr>
        <p:grpSpPr>
          <a:xfrm>
            <a:off x="4253843" y="4678334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24" name="Ellipszis 23">
              <a:extLst>
                <a:ext uri="{FF2B5EF4-FFF2-40B4-BE49-F238E27FC236}">
                  <a16:creationId xmlns:a16="http://schemas.microsoft.com/office/drawing/2014/main" id="{C96589E1-D87D-A39E-39EB-F358FA795DD7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églalap 28">
              <a:extLst>
                <a:ext uri="{FF2B5EF4-FFF2-40B4-BE49-F238E27FC236}">
                  <a16:creationId xmlns:a16="http://schemas.microsoft.com/office/drawing/2014/main" id="{2236A5AF-6970-F4AC-4584-4AD5B992476D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GOOGLE BELÉPÉS</a:t>
              </a:r>
            </a:p>
          </p:txBody>
        </p:sp>
        <p:sp>
          <p:nvSpPr>
            <p:cNvPr id="30" name="Ellipszis 29">
              <a:extLst>
                <a:ext uri="{FF2B5EF4-FFF2-40B4-BE49-F238E27FC236}">
                  <a16:creationId xmlns:a16="http://schemas.microsoft.com/office/drawing/2014/main" id="{07FDFFA1-229F-7746-415C-D824F91DA035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9532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4DD34-8893-4010-140A-1C36682A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E45E0D08-60D3-7559-F39A-CEF062D6157D}"/>
              </a:ext>
            </a:extLst>
          </p:cNvPr>
          <p:cNvSpPr/>
          <p:nvPr/>
        </p:nvSpPr>
        <p:spPr>
          <a:xfrm>
            <a:off x="-83664" y="-13546"/>
            <a:ext cx="12293338" cy="105580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23CA468-B500-C6D4-FA09-02360CFEA98D}"/>
              </a:ext>
            </a:extLst>
          </p:cNvPr>
          <p:cNvSpPr txBox="1"/>
          <p:nvPr/>
        </p:nvSpPr>
        <p:spPr>
          <a:xfrm>
            <a:off x="5233052" y="608622"/>
            <a:ext cx="1921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Eddigi Foglalások</a:t>
            </a:r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78839176-E828-7CE0-70E4-9E0D0FC3FF91}"/>
              </a:ext>
            </a:extLst>
          </p:cNvPr>
          <p:cNvGrpSpPr/>
          <p:nvPr/>
        </p:nvGrpSpPr>
        <p:grpSpPr>
          <a:xfrm>
            <a:off x="1958221" y="460275"/>
            <a:ext cx="3101419" cy="5561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6" name="Ellipszis 5">
              <a:extLst>
                <a:ext uri="{FF2B5EF4-FFF2-40B4-BE49-F238E27FC236}">
                  <a16:creationId xmlns:a16="http://schemas.microsoft.com/office/drawing/2014/main" id="{C227F401-C4A3-9452-CD63-FD5E95BC2B19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églalap 6">
              <a:extLst>
                <a:ext uri="{FF2B5EF4-FFF2-40B4-BE49-F238E27FC236}">
                  <a16:creationId xmlns:a16="http://schemas.microsoft.com/office/drawing/2014/main" id="{46492144-030B-8EEA-714E-252076B352E9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Keresés</a:t>
              </a:r>
            </a:p>
          </p:txBody>
        </p:sp>
        <p:sp>
          <p:nvSpPr>
            <p:cNvPr id="8" name="Ellipszis 7">
              <a:extLst>
                <a:ext uri="{FF2B5EF4-FFF2-40B4-BE49-F238E27FC236}">
                  <a16:creationId xmlns:a16="http://schemas.microsoft.com/office/drawing/2014/main" id="{34FCF5AD-379A-3336-89EC-F49A4B46FE95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églalap 9">
            <a:extLst>
              <a:ext uri="{FF2B5EF4-FFF2-40B4-BE49-F238E27FC236}">
                <a16:creationId xmlns:a16="http://schemas.microsoft.com/office/drawing/2014/main" id="{AABFD098-9F6F-7E59-49E8-E4FF1DB2D02F}"/>
              </a:ext>
            </a:extLst>
          </p:cNvPr>
          <p:cNvSpPr/>
          <p:nvPr/>
        </p:nvSpPr>
        <p:spPr>
          <a:xfrm>
            <a:off x="-765928" y="527901"/>
            <a:ext cx="2366128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Rólúnk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3B01CE6B-4F86-2FD9-3DE0-67584F0D1A44}"/>
              </a:ext>
            </a:extLst>
          </p:cNvPr>
          <p:cNvSpPr txBox="1"/>
          <p:nvPr/>
        </p:nvSpPr>
        <p:spPr>
          <a:xfrm>
            <a:off x="642988" y="686470"/>
            <a:ext cx="159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Szűrés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2F49A67D-582A-C045-5DE0-706511E310BE}"/>
              </a:ext>
            </a:extLst>
          </p:cNvPr>
          <p:cNvSpPr txBox="1"/>
          <p:nvPr/>
        </p:nvSpPr>
        <p:spPr>
          <a:xfrm>
            <a:off x="3729871" y="1221614"/>
            <a:ext cx="4666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Válassza ki a megfelelő utánfutót!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531BD073-A053-738C-6999-70AD1DEDEDA5}"/>
              </a:ext>
            </a:extLst>
          </p:cNvPr>
          <p:cNvSpPr txBox="1"/>
          <p:nvPr/>
        </p:nvSpPr>
        <p:spPr>
          <a:xfrm>
            <a:off x="4701618" y="51599"/>
            <a:ext cx="278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PótkocsiPont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7035A861-6E61-F9D8-7BDC-2BBE2440CBAE}"/>
              </a:ext>
            </a:extLst>
          </p:cNvPr>
          <p:cNvSpPr txBox="1"/>
          <p:nvPr/>
        </p:nvSpPr>
        <p:spPr>
          <a:xfrm>
            <a:off x="7172422" y="635216"/>
            <a:ext cx="137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Kedvencek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8CC798A5-7E90-7482-1EA8-614529D9B8EF}"/>
              </a:ext>
            </a:extLst>
          </p:cNvPr>
          <p:cNvSpPr txBox="1"/>
          <p:nvPr/>
        </p:nvSpPr>
        <p:spPr>
          <a:xfrm>
            <a:off x="8450931" y="647124"/>
            <a:ext cx="933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Kosár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276646F3-10A7-3983-4134-85B33247D080}"/>
              </a:ext>
            </a:extLst>
          </p:cNvPr>
          <p:cNvSpPr txBox="1"/>
          <p:nvPr/>
        </p:nvSpPr>
        <p:spPr>
          <a:xfrm>
            <a:off x="9144783" y="664737"/>
            <a:ext cx="137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Beállitások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BB4A118A-BADC-ADA0-8333-FD3E0320250B}"/>
              </a:ext>
            </a:extLst>
          </p:cNvPr>
          <p:cNvSpPr txBox="1"/>
          <p:nvPr/>
        </p:nvSpPr>
        <p:spPr>
          <a:xfrm>
            <a:off x="10319208" y="686470"/>
            <a:ext cx="1872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Személyes adatok</a:t>
            </a:r>
          </a:p>
        </p:txBody>
      </p:sp>
      <p:sp>
        <p:nvSpPr>
          <p:cNvPr id="18" name="Ellipszis 17">
            <a:extLst>
              <a:ext uri="{FF2B5EF4-FFF2-40B4-BE49-F238E27FC236}">
                <a16:creationId xmlns:a16="http://schemas.microsoft.com/office/drawing/2014/main" id="{3E09619E-6B28-EBCE-C118-AC3DB0DF9AB1}"/>
              </a:ext>
            </a:extLst>
          </p:cNvPr>
          <p:cNvSpPr/>
          <p:nvPr/>
        </p:nvSpPr>
        <p:spPr>
          <a:xfrm>
            <a:off x="10946086" y="51599"/>
            <a:ext cx="845077" cy="6867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S.A.</a:t>
            </a: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49704856-AACA-42CF-CF4E-5B972CB08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095" y="1770304"/>
            <a:ext cx="2927807" cy="4391711"/>
          </a:xfrm>
          <a:prstGeom prst="rect">
            <a:avLst/>
          </a:prstGeom>
        </p:spPr>
      </p:pic>
      <p:grpSp>
        <p:nvGrpSpPr>
          <p:cNvPr id="21" name="Csoportba foglalás 20">
            <a:extLst>
              <a:ext uri="{FF2B5EF4-FFF2-40B4-BE49-F238E27FC236}">
                <a16:creationId xmlns:a16="http://schemas.microsoft.com/office/drawing/2014/main" id="{D51A1903-406B-98C1-62BF-E021A6A6E04C}"/>
              </a:ext>
            </a:extLst>
          </p:cNvPr>
          <p:cNvGrpSpPr/>
          <p:nvPr/>
        </p:nvGrpSpPr>
        <p:grpSpPr>
          <a:xfrm>
            <a:off x="4628561" y="6189790"/>
            <a:ext cx="3007150" cy="646331"/>
            <a:chOff x="4628561" y="6189790"/>
            <a:chExt cx="3007150" cy="646331"/>
          </a:xfrm>
        </p:grpSpPr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50205C77-5596-FF97-2774-156E2775211F}"/>
                </a:ext>
              </a:extLst>
            </p:cNvPr>
            <p:cNvSpPr txBox="1"/>
            <p:nvPr/>
          </p:nvSpPr>
          <p:spPr>
            <a:xfrm>
              <a:off x="4628561" y="6189790"/>
              <a:ext cx="3007150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hu-HU" dirty="0"/>
                <a:t>NÉV</a:t>
              </a:r>
            </a:p>
            <a:p>
              <a:r>
                <a:rPr lang="hu-HU" dirty="0"/>
                <a:t>Rövid leírás</a:t>
              </a:r>
            </a:p>
          </p:txBody>
        </p:sp>
        <p:sp>
          <p:nvSpPr>
            <p:cNvPr id="19" name="Csillag: 5 ágú 18">
              <a:extLst>
                <a:ext uri="{FF2B5EF4-FFF2-40B4-BE49-F238E27FC236}">
                  <a16:creationId xmlns:a16="http://schemas.microsoft.com/office/drawing/2014/main" id="{E167E667-8E8D-220C-B4D1-C7806BCFB605}"/>
                </a:ext>
              </a:extLst>
            </p:cNvPr>
            <p:cNvSpPr/>
            <p:nvPr/>
          </p:nvSpPr>
          <p:spPr>
            <a:xfrm>
              <a:off x="6984084" y="6274804"/>
              <a:ext cx="499620" cy="476302"/>
            </a:xfrm>
            <a:prstGeom prst="star5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3439326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67D6C-73E3-F0B3-40E5-7F4CFAA07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C91E6F7-DDF0-809F-5AA1-DD2AAA67CEB1}"/>
              </a:ext>
            </a:extLst>
          </p:cNvPr>
          <p:cNvSpPr/>
          <p:nvPr/>
        </p:nvSpPr>
        <p:spPr>
          <a:xfrm>
            <a:off x="-83664" y="-13546"/>
            <a:ext cx="12293338" cy="105580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59EF9F2B-87FA-745B-7E46-C72FC81E753B}"/>
              </a:ext>
            </a:extLst>
          </p:cNvPr>
          <p:cNvSpPr txBox="1"/>
          <p:nvPr/>
        </p:nvSpPr>
        <p:spPr>
          <a:xfrm>
            <a:off x="5233052" y="608622"/>
            <a:ext cx="193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Eddigi Foglalások</a:t>
            </a:r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476FB455-168C-400F-0279-0F94FF7E20C0}"/>
              </a:ext>
            </a:extLst>
          </p:cNvPr>
          <p:cNvGrpSpPr/>
          <p:nvPr/>
        </p:nvGrpSpPr>
        <p:grpSpPr>
          <a:xfrm>
            <a:off x="1958221" y="460275"/>
            <a:ext cx="3101419" cy="5561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6" name="Ellipszis 5">
              <a:extLst>
                <a:ext uri="{FF2B5EF4-FFF2-40B4-BE49-F238E27FC236}">
                  <a16:creationId xmlns:a16="http://schemas.microsoft.com/office/drawing/2014/main" id="{46E7AC7B-1FAA-FE97-5544-3EC884882908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églalap 6">
              <a:extLst>
                <a:ext uri="{FF2B5EF4-FFF2-40B4-BE49-F238E27FC236}">
                  <a16:creationId xmlns:a16="http://schemas.microsoft.com/office/drawing/2014/main" id="{39F0C3EF-EBA3-5D94-7A58-9FD0AAAF1796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Keresés</a:t>
              </a:r>
            </a:p>
          </p:txBody>
        </p:sp>
        <p:sp>
          <p:nvSpPr>
            <p:cNvPr id="8" name="Ellipszis 7">
              <a:extLst>
                <a:ext uri="{FF2B5EF4-FFF2-40B4-BE49-F238E27FC236}">
                  <a16:creationId xmlns:a16="http://schemas.microsoft.com/office/drawing/2014/main" id="{6E46DB17-F2D2-A8D8-B5D4-CCE2646923FE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églalap 9">
            <a:extLst>
              <a:ext uri="{FF2B5EF4-FFF2-40B4-BE49-F238E27FC236}">
                <a16:creationId xmlns:a16="http://schemas.microsoft.com/office/drawing/2014/main" id="{186A4B60-F2A0-0456-27A6-90BD9715F26A}"/>
              </a:ext>
            </a:extLst>
          </p:cNvPr>
          <p:cNvSpPr/>
          <p:nvPr/>
        </p:nvSpPr>
        <p:spPr>
          <a:xfrm>
            <a:off x="-765928" y="527901"/>
            <a:ext cx="2366128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Rólúnk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56463FD0-5A69-DB99-BD21-26BE50E3731F}"/>
              </a:ext>
            </a:extLst>
          </p:cNvPr>
          <p:cNvSpPr txBox="1"/>
          <p:nvPr/>
        </p:nvSpPr>
        <p:spPr>
          <a:xfrm>
            <a:off x="642988" y="686470"/>
            <a:ext cx="159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Szűrés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12399A62-6BFA-FD86-7217-921F03113598}"/>
              </a:ext>
            </a:extLst>
          </p:cNvPr>
          <p:cNvSpPr txBox="1"/>
          <p:nvPr/>
        </p:nvSpPr>
        <p:spPr>
          <a:xfrm>
            <a:off x="4701618" y="51599"/>
            <a:ext cx="278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PótkocsiPont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343098AE-2AE5-2AAA-62F5-EA591258DEBB}"/>
              </a:ext>
            </a:extLst>
          </p:cNvPr>
          <p:cNvSpPr txBox="1"/>
          <p:nvPr/>
        </p:nvSpPr>
        <p:spPr>
          <a:xfrm>
            <a:off x="7172422" y="635216"/>
            <a:ext cx="137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Kedvencek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2D1A1971-539F-096C-35F2-3AE1668C512F}"/>
              </a:ext>
            </a:extLst>
          </p:cNvPr>
          <p:cNvSpPr txBox="1"/>
          <p:nvPr/>
        </p:nvSpPr>
        <p:spPr>
          <a:xfrm>
            <a:off x="8450931" y="647124"/>
            <a:ext cx="933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Kosár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A201007E-68C1-051A-D48D-E1020163E485}"/>
              </a:ext>
            </a:extLst>
          </p:cNvPr>
          <p:cNvSpPr txBox="1"/>
          <p:nvPr/>
        </p:nvSpPr>
        <p:spPr>
          <a:xfrm>
            <a:off x="9144783" y="664737"/>
            <a:ext cx="1364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Beállitások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BF2756FF-95D6-F449-8792-551CED9F377D}"/>
              </a:ext>
            </a:extLst>
          </p:cNvPr>
          <p:cNvSpPr txBox="1"/>
          <p:nvPr/>
        </p:nvSpPr>
        <p:spPr>
          <a:xfrm>
            <a:off x="10341204" y="686470"/>
            <a:ext cx="1850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Személyes adatok</a:t>
            </a:r>
          </a:p>
        </p:txBody>
      </p:sp>
      <p:sp>
        <p:nvSpPr>
          <p:cNvPr id="18" name="Ellipszis 17">
            <a:extLst>
              <a:ext uri="{FF2B5EF4-FFF2-40B4-BE49-F238E27FC236}">
                <a16:creationId xmlns:a16="http://schemas.microsoft.com/office/drawing/2014/main" id="{5A07E5B6-C1A9-057A-B492-8735E3B8FE61}"/>
              </a:ext>
            </a:extLst>
          </p:cNvPr>
          <p:cNvSpPr/>
          <p:nvPr/>
        </p:nvSpPr>
        <p:spPr>
          <a:xfrm>
            <a:off x="10946086" y="51599"/>
            <a:ext cx="845077" cy="6867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S.A.</a:t>
            </a:r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F4C667F7-7DF6-C126-408E-349CEC8888F9}"/>
              </a:ext>
            </a:extLst>
          </p:cNvPr>
          <p:cNvSpPr/>
          <p:nvPr/>
        </p:nvSpPr>
        <p:spPr>
          <a:xfrm>
            <a:off x="3676352" y="1081601"/>
            <a:ext cx="5052767" cy="554707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B579ED7A-DA53-A983-C99E-244543DF9C2D}"/>
              </a:ext>
            </a:extLst>
          </p:cNvPr>
          <p:cNvSpPr txBox="1"/>
          <p:nvPr/>
        </p:nvSpPr>
        <p:spPr>
          <a:xfrm>
            <a:off x="5156462" y="1423447"/>
            <a:ext cx="3129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A kosár tartalma</a:t>
            </a:r>
          </a:p>
        </p:txBody>
      </p:sp>
      <p:pic>
        <p:nvPicPr>
          <p:cNvPr id="21" name="Kép 20">
            <a:extLst>
              <a:ext uri="{FF2B5EF4-FFF2-40B4-BE49-F238E27FC236}">
                <a16:creationId xmlns:a16="http://schemas.microsoft.com/office/drawing/2014/main" id="{4F840565-2E97-06E6-68F0-2481238DB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798" y="2041994"/>
            <a:ext cx="1249640" cy="1874460"/>
          </a:xfrm>
          <a:prstGeom prst="rect">
            <a:avLst/>
          </a:prstGeom>
        </p:spPr>
      </p:pic>
      <p:sp>
        <p:nvSpPr>
          <p:cNvPr id="22" name="Szövegdoboz 21">
            <a:extLst>
              <a:ext uri="{FF2B5EF4-FFF2-40B4-BE49-F238E27FC236}">
                <a16:creationId xmlns:a16="http://schemas.microsoft.com/office/drawing/2014/main" id="{344F4D29-9DC2-9DA3-89CC-335A14E126F6}"/>
              </a:ext>
            </a:extLst>
          </p:cNvPr>
          <p:cNvSpPr txBox="1"/>
          <p:nvPr/>
        </p:nvSpPr>
        <p:spPr>
          <a:xfrm>
            <a:off x="5571241" y="2149311"/>
            <a:ext cx="2205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Neve      Mennyiség</a:t>
            </a: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9E83C6F7-F719-8B7A-F7CF-16FB115A646A}"/>
              </a:ext>
            </a:extLst>
          </p:cNvPr>
          <p:cNvSpPr txBox="1"/>
          <p:nvPr/>
        </p:nvSpPr>
        <p:spPr>
          <a:xfrm>
            <a:off x="6971906" y="2650619"/>
            <a:ext cx="1036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+ 1 -</a:t>
            </a:r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D44467FC-7269-6B4F-1F4C-82A8FF82D0F8}"/>
              </a:ext>
            </a:extLst>
          </p:cNvPr>
          <p:cNvSpPr txBox="1"/>
          <p:nvPr/>
        </p:nvSpPr>
        <p:spPr>
          <a:xfrm>
            <a:off x="6721311" y="3099482"/>
            <a:ext cx="156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Ár:$$</a:t>
            </a:r>
          </a:p>
        </p:txBody>
      </p:sp>
      <p:grpSp>
        <p:nvGrpSpPr>
          <p:cNvPr id="26" name="Csoportba foglalás 25">
            <a:extLst>
              <a:ext uri="{FF2B5EF4-FFF2-40B4-BE49-F238E27FC236}">
                <a16:creationId xmlns:a16="http://schemas.microsoft.com/office/drawing/2014/main" id="{02418CB0-95CC-55B4-E674-C8D82027DFCA}"/>
              </a:ext>
            </a:extLst>
          </p:cNvPr>
          <p:cNvGrpSpPr/>
          <p:nvPr/>
        </p:nvGrpSpPr>
        <p:grpSpPr>
          <a:xfrm>
            <a:off x="4652025" y="5666602"/>
            <a:ext cx="3101419" cy="5561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27" name="Ellipszis 26">
              <a:extLst>
                <a:ext uri="{FF2B5EF4-FFF2-40B4-BE49-F238E27FC236}">
                  <a16:creationId xmlns:a16="http://schemas.microsoft.com/office/drawing/2014/main" id="{2B1D3539-5D33-6C4A-DF81-25977A893DB7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églalap 27">
              <a:extLst>
                <a:ext uri="{FF2B5EF4-FFF2-40B4-BE49-F238E27FC236}">
                  <a16:creationId xmlns:a16="http://schemas.microsoft.com/office/drawing/2014/main" id="{9F515E99-51A7-A33F-048D-077EA11C9E29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Tovább a fizetéshez</a:t>
              </a:r>
            </a:p>
          </p:txBody>
        </p:sp>
        <p:sp>
          <p:nvSpPr>
            <p:cNvPr id="29" name="Ellipszis 28">
              <a:extLst>
                <a:ext uri="{FF2B5EF4-FFF2-40B4-BE49-F238E27FC236}">
                  <a16:creationId xmlns:a16="http://schemas.microsoft.com/office/drawing/2014/main" id="{5B809386-3C92-BA1D-1896-6A1984D95D67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C53F032D-6576-194D-C80B-FBCF3EE92F8C}"/>
              </a:ext>
            </a:extLst>
          </p:cNvPr>
          <p:cNvSpPr txBox="1"/>
          <p:nvPr/>
        </p:nvSpPr>
        <p:spPr>
          <a:xfrm>
            <a:off x="5652153" y="3572758"/>
            <a:ext cx="2205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Foglalás Időtartama: dátum</a:t>
            </a:r>
          </a:p>
        </p:txBody>
      </p:sp>
    </p:spTree>
    <p:extLst>
      <p:ext uri="{BB962C8B-B14F-4D97-AF65-F5344CB8AC3E}">
        <p14:creationId xmlns:p14="http://schemas.microsoft.com/office/powerpoint/2010/main" val="570196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52454-FB1D-9A3A-A7CF-405AACF07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2475AD38-9570-AF1D-DF62-2C265C4A3018}"/>
              </a:ext>
            </a:extLst>
          </p:cNvPr>
          <p:cNvSpPr/>
          <p:nvPr/>
        </p:nvSpPr>
        <p:spPr>
          <a:xfrm>
            <a:off x="-83664" y="-13546"/>
            <a:ext cx="12293338" cy="105580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E52D2BB-E46F-6B8E-90A8-61EFF4FF5801}"/>
              </a:ext>
            </a:extLst>
          </p:cNvPr>
          <p:cNvSpPr txBox="1"/>
          <p:nvPr/>
        </p:nvSpPr>
        <p:spPr>
          <a:xfrm>
            <a:off x="5233052" y="608622"/>
            <a:ext cx="1921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Eddigi Foglalások</a:t>
            </a:r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19D79DFD-0C30-AD71-85EB-116837BB348E}"/>
              </a:ext>
            </a:extLst>
          </p:cNvPr>
          <p:cNvGrpSpPr/>
          <p:nvPr/>
        </p:nvGrpSpPr>
        <p:grpSpPr>
          <a:xfrm>
            <a:off x="1958221" y="460275"/>
            <a:ext cx="3101419" cy="5561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6" name="Ellipszis 5">
              <a:extLst>
                <a:ext uri="{FF2B5EF4-FFF2-40B4-BE49-F238E27FC236}">
                  <a16:creationId xmlns:a16="http://schemas.microsoft.com/office/drawing/2014/main" id="{6C3239B6-30D1-C2AA-E7AC-7706A07A61FF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églalap 6">
              <a:extLst>
                <a:ext uri="{FF2B5EF4-FFF2-40B4-BE49-F238E27FC236}">
                  <a16:creationId xmlns:a16="http://schemas.microsoft.com/office/drawing/2014/main" id="{D5C58D0E-4AF2-1D43-C8DC-5DDE321AA67C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Keresés</a:t>
              </a:r>
            </a:p>
          </p:txBody>
        </p:sp>
        <p:sp>
          <p:nvSpPr>
            <p:cNvPr id="8" name="Ellipszis 7">
              <a:extLst>
                <a:ext uri="{FF2B5EF4-FFF2-40B4-BE49-F238E27FC236}">
                  <a16:creationId xmlns:a16="http://schemas.microsoft.com/office/drawing/2014/main" id="{184AF11E-D825-1AD2-2618-F2E737288565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églalap 9">
            <a:extLst>
              <a:ext uri="{FF2B5EF4-FFF2-40B4-BE49-F238E27FC236}">
                <a16:creationId xmlns:a16="http://schemas.microsoft.com/office/drawing/2014/main" id="{904C7FE6-1670-34D6-1E66-34FDB6FD57D3}"/>
              </a:ext>
            </a:extLst>
          </p:cNvPr>
          <p:cNvSpPr/>
          <p:nvPr/>
        </p:nvSpPr>
        <p:spPr>
          <a:xfrm>
            <a:off x="-765928" y="527901"/>
            <a:ext cx="2366128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Rólúnk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100F9D5C-B9AC-AAB0-CBD9-850CCC43FB1D}"/>
              </a:ext>
            </a:extLst>
          </p:cNvPr>
          <p:cNvSpPr txBox="1"/>
          <p:nvPr/>
        </p:nvSpPr>
        <p:spPr>
          <a:xfrm>
            <a:off x="642988" y="686470"/>
            <a:ext cx="159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Szűrés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A3BE952A-458F-0643-AF7B-33D8ABCE3D1C}"/>
              </a:ext>
            </a:extLst>
          </p:cNvPr>
          <p:cNvSpPr txBox="1"/>
          <p:nvPr/>
        </p:nvSpPr>
        <p:spPr>
          <a:xfrm>
            <a:off x="4701618" y="51599"/>
            <a:ext cx="278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PótkocsiPont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86319D3E-FF73-9653-C014-FC93C527A9EB}"/>
              </a:ext>
            </a:extLst>
          </p:cNvPr>
          <p:cNvSpPr txBox="1"/>
          <p:nvPr/>
        </p:nvSpPr>
        <p:spPr>
          <a:xfrm>
            <a:off x="7172422" y="635216"/>
            <a:ext cx="137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Kedvencek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3FCF7D27-D000-0402-C605-5125957B3AC0}"/>
              </a:ext>
            </a:extLst>
          </p:cNvPr>
          <p:cNvSpPr txBox="1"/>
          <p:nvPr/>
        </p:nvSpPr>
        <p:spPr>
          <a:xfrm>
            <a:off x="8450931" y="647124"/>
            <a:ext cx="933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Kosár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34CDB35D-889F-2035-7AFF-4FA5466393EC}"/>
              </a:ext>
            </a:extLst>
          </p:cNvPr>
          <p:cNvSpPr txBox="1"/>
          <p:nvPr/>
        </p:nvSpPr>
        <p:spPr>
          <a:xfrm>
            <a:off x="9144783" y="664737"/>
            <a:ext cx="1245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Beállitások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A5BB824D-8810-936A-CBF8-6D2FAE30B209}"/>
              </a:ext>
            </a:extLst>
          </p:cNvPr>
          <p:cNvSpPr txBox="1"/>
          <p:nvPr/>
        </p:nvSpPr>
        <p:spPr>
          <a:xfrm>
            <a:off x="10329615" y="686470"/>
            <a:ext cx="1862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Személyes adatok</a:t>
            </a:r>
          </a:p>
        </p:txBody>
      </p:sp>
      <p:sp>
        <p:nvSpPr>
          <p:cNvPr id="18" name="Ellipszis 17">
            <a:extLst>
              <a:ext uri="{FF2B5EF4-FFF2-40B4-BE49-F238E27FC236}">
                <a16:creationId xmlns:a16="http://schemas.microsoft.com/office/drawing/2014/main" id="{727AB153-6589-482A-276D-FB3C70CC65CB}"/>
              </a:ext>
            </a:extLst>
          </p:cNvPr>
          <p:cNvSpPr/>
          <p:nvPr/>
        </p:nvSpPr>
        <p:spPr>
          <a:xfrm>
            <a:off x="10946086" y="51599"/>
            <a:ext cx="845077" cy="6867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S.A.</a:t>
            </a:r>
          </a:p>
        </p:txBody>
      </p:sp>
      <p:pic>
        <p:nvPicPr>
          <p:cNvPr id="16" name="Kép 15">
            <a:extLst>
              <a:ext uri="{FF2B5EF4-FFF2-40B4-BE49-F238E27FC236}">
                <a16:creationId xmlns:a16="http://schemas.microsoft.com/office/drawing/2014/main" id="{47986782-17BA-6285-5685-DBC1A4B4F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58" y="1185146"/>
            <a:ext cx="8431882" cy="562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301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432E1-65F5-F96E-7214-0CF97432A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F8D01772-17A6-3378-515C-5B6CE1278C43}"/>
              </a:ext>
            </a:extLst>
          </p:cNvPr>
          <p:cNvSpPr/>
          <p:nvPr/>
        </p:nvSpPr>
        <p:spPr>
          <a:xfrm>
            <a:off x="-83664" y="-13546"/>
            <a:ext cx="12293338" cy="105580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AC7C3CA-5E68-0A65-AE03-21097A974274}"/>
              </a:ext>
            </a:extLst>
          </p:cNvPr>
          <p:cNvSpPr txBox="1"/>
          <p:nvPr/>
        </p:nvSpPr>
        <p:spPr>
          <a:xfrm>
            <a:off x="5233052" y="608622"/>
            <a:ext cx="1921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Eddigi Foglalások</a:t>
            </a:r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757E1419-809D-7CC7-0D5A-E850AC00F7D3}"/>
              </a:ext>
            </a:extLst>
          </p:cNvPr>
          <p:cNvGrpSpPr/>
          <p:nvPr/>
        </p:nvGrpSpPr>
        <p:grpSpPr>
          <a:xfrm>
            <a:off x="1958221" y="460275"/>
            <a:ext cx="3101419" cy="5561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6" name="Ellipszis 5">
              <a:extLst>
                <a:ext uri="{FF2B5EF4-FFF2-40B4-BE49-F238E27FC236}">
                  <a16:creationId xmlns:a16="http://schemas.microsoft.com/office/drawing/2014/main" id="{5AC50623-481A-2AFC-D8A1-CD5DE8916F95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églalap 6">
              <a:extLst>
                <a:ext uri="{FF2B5EF4-FFF2-40B4-BE49-F238E27FC236}">
                  <a16:creationId xmlns:a16="http://schemas.microsoft.com/office/drawing/2014/main" id="{9738F0C2-2927-1D44-0A12-5D9E46AB6986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Keresés</a:t>
              </a:r>
            </a:p>
          </p:txBody>
        </p:sp>
        <p:sp>
          <p:nvSpPr>
            <p:cNvPr id="8" name="Ellipszis 7">
              <a:extLst>
                <a:ext uri="{FF2B5EF4-FFF2-40B4-BE49-F238E27FC236}">
                  <a16:creationId xmlns:a16="http://schemas.microsoft.com/office/drawing/2014/main" id="{15297493-DCB7-0354-018E-8BE581A9C579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églalap 9">
            <a:extLst>
              <a:ext uri="{FF2B5EF4-FFF2-40B4-BE49-F238E27FC236}">
                <a16:creationId xmlns:a16="http://schemas.microsoft.com/office/drawing/2014/main" id="{D50FC8FA-5234-990B-B6E8-7A88B8313076}"/>
              </a:ext>
            </a:extLst>
          </p:cNvPr>
          <p:cNvSpPr/>
          <p:nvPr/>
        </p:nvSpPr>
        <p:spPr>
          <a:xfrm>
            <a:off x="-765928" y="527901"/>
            <a:ext cx="2366128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Rólúnk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A7346D5A-2CB8-6806-5C4E-A591ABD1C683}"/>
              </a:ext>
            </a:extLst>
          </p:cNvPr>
          <p:cNvSpPr txBox="1"/>
          <p:nvPr/>
        </p:nvSpPr>
        <p:spPr>
          <a:xfrm>
            <a:off x="642988" y="686470"/>
            <a:ext cx="159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Szűrés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3C5975E2-177B-6FAD-D520-82EF776A5F36}"/>
              </a:ext>
            </a:extLst>
          </p:cNvPr>
          <p:cNvSpPr txBox="1"/>
          <p:nvPr/>
        </p:nvSpPr>
        <p:spPr>
          <a:xfrm>
            <a:off x="3729871" y="1221614"/>
            <a:ext cx="4666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EDDIGI FOGLALÁSAIM!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702209ED-E5AE-046A-2896-CB2CD4C3B3F3}"/>
              </a:ext>
            </a:extLst>
          </p:cNvPr>
          <p:cNvSpPr txBox="1"/>
          <p:nvPr/>
        </p:nvSpPr>
        <p:spPr>
          <a:xfrm>
            <a:off x="4701618" y="51599"/>
            <a:ext cx="278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PótkocsiPont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C71AE8FC-05D3-866E-DFA1-52C3EC5B91A1}"/>
              </a:ext>
            </a:extLst>
          </p:cNvPr>
          <p:cNvSpPr txBox="1"/>
          <p:nvPr/>
        </p:nvSpPr>
        <p:spPr>
          <a:xfrm>
            <a:off x="7172422" y="635216"/>
            <a:ext cx="137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Kedvencek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11F93900-1E6B-5BA7-2C7F-4F91DBE4527C}"/>
              </a:ext>
            </a:extLst>
          </p:cNvPr>
          <p:cNvSpPr txBox="1"/>
          <p:nvPr/>
        </p:nvSpPr>
        <p:spPr>
          <a:xfrm>
            <a:off x="8450931" y="647124"/>
            <a:ext cx="933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Kosár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2EB7C446-DBC3-D501-D23F-B6744F753B0E}"/>
              </a:ext>
            </a:extLst>
          </p:cNvPr>
          <p:cNvSpPr txBox="1"/>
          <p:nvPr/>
        </p:nvSpPr>
        <p:spPr>
          <a:xfrm>
            <a:off x="9144783" y="664737"/>
            <a:ext cx="137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Beállitások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D9230513-74D2-289D-2C77-3D39AF65F8CE}"/>
              </a:ext>
            </a:extLst>
          </p:cNvPr>
          <p:cNvSpPr txBox="1"/>
          <p:nvPr/>
        </p:nvSpPr>
        <p:spPr>
          <a:xfrm>
            <a:off x="10319208" y="686470"/>
            <a:ext cx="1872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Személyes adatok</a:t>
            </a:r>
          </a:p>
        </p:txBody>
      </p:sp>
      <p:sp>
        <p:nvSpPr>
          <p:cNvPr id="18" name="Ellipszis 17">
            <a:extLst>
              <a:ext uri="{FF2B5EF4-FFF2-40B4-BE49-F238E27FC236}">
                <a16:creationId xmlns:a16="http://schemas.microsoft.com/office/drawing/2014/main" id="{5484C231-1C24-42A0-2017-0AB1D9350589}"/>
              </a:ext>
            </a:extLst>
          </p:cNvPr>
          <p:cNvSpPr/>
          <p:nvPr/>
        </p:nvSpPr>
        <p:spPr>
          <a:xfrm>
            <a:off x="10946086" y="51599"/>
            <a:ext cx="845077" cy="6867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S.A.</a:t>
            </a:r>
          </a:p>
        </p:txBody>
      </p:sp>
      <p:grpSp>
        <p:nvGrpSpPr>
          <p:cNvPr id="25" name="Csoportba foglalás 24">
            <a:extLst>
              <a:ext uri="{FF2B5EF4-FFF2-40B4-BE49-F238E27FC236}">
                <a16:creationId xmlns:a16="http://schemas.microsoft.com/office/drawing/2014/main" id="{E1FA1F65-25E0-E76C-155D-9A7AD4C71682}"/>
              </a:ext>
            </a:extLst>
          </p:cNvPr>
          <p:cNvGrpSpPr/>
          <p:nvPr/>
        </p:nvGrpSpPr>
        <p:grpSpPr>
          <a:xfrm>
            <a:off x="1307184" y="3815823"/>
            <a:ext cx="11342209" cy="1630837"/>
            <a:chOff x="1121790" y="1687398"/>
            <a:chExt cx="11342209" cy="1630837"/>
          </a:xfrm>
        </p:grpSpPr>
        <p:pic>
          <p:nvPicPr>
            <p:cNvPr id="14" name="Kép 13">
              <a:extLst>
                <a:ext uri="{FF2B5EF4-FFF2-40B4-BE49-F238E27FC236}">
                  <a16:creationId xmlns:a16="http://schemas.microsoft.com/office/drawing/2014/main" id="{916DF39C-0A7E-E70A-C3F6-AE4ADAE10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8980" y="1770304"/>
              <a:ext cx="853911" cy="1280867"/>
            </a:xfrm>
            <a:prstGeom prst="rect">
              <a:avLst/>
            </a:prstGeom>
          </p:spPr>
        </p:pic>
        <p:sp>
          <p:nvSpPr>
            <p:cNvPr id="19" name="Szövegdoboz 18">
              <a:extLst>
                <a:ext uri="{FF2B5EF4-FFF2-40B4-BE49-F238E27FC236}">
                  <a16:creationId xmlns:a16="http://schemas.microsoft.com/office/drawing/2014/main" id="{9C7CFA28-5417-2D8F-C0B6-A967CEA21B70}"/>
                </a:ext>
              </a:extLst>
            </p:cNvPr>
            <p:cNvSpPr txBox="1"/>
            <p:nvPr/>
          </p:nvSpPr>
          <p:spPr>
            <a:xfrm>
              <a:off x="1121790" y="2007909"/>
              <a:ext cx="26080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2. NÉV</a:t>
              </a:r>
            </a:p>
            <a:p>
              <a:r>
                <a:rPr lang="hu-HU" dirty="0"/>
                <a:t>Foglalás Dátum</a:t>
              </a:r>
            </a:p>
          </p:txBody>
        </p:sp>
        <p:sp>
          <p:nvSpPr>
            <p:cNvPr id="20" name="Szövegdoboz 19">
              <a:extLst>
                <a:ext uri="{FF2B5EF4-FFF2-40B4-BE49-F238E27FC236}">
                  <a16:creationId xmlns:a16="http://schemas.microsoft.com/office/drawing/2014/main" id="{EF3E5908-B1DA-BEF3-135B-6529F9279B1E}"/>
                </a:ext>
              </a:extLst>
            </p:cNvPr>
            <p:cNvSpPr txBox="1"/>
            <p:nvPr/>
          </p:nvSpPr>
          <p:spPr>
            <a:xfrm>
              <a:off x="4418618" y="2007908"/>
              <a:ext cx="24132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FOGLALT IDŐPONTOK:</a:t>
              </a:r>
            </a:p>
            <a:p>
              <a:r>
                <a:rPr lang="hu-HU" dirty="0"/>
                <a:t>DÁTUM</a:t>
              </a:r>
            </a:p>
          </p:txBody>
        </p:sp>
        <p:sp>
          <p:nvSpPr>
            <p:cNvPr id="22" name="Szövegdoboz 21">
              <a:extLst>
                <a:ext uri="{FF2B5EF4-FFF2-40B4-BE49-F238E27FC236}">
                  <a16:creationId xmlns:a16="http://schemas.microsoft.com/office/drawing/2014/main" id="{3B097ADD-DD63-A8CE-C24A-29491AE0EBC3}"/>
                </a:ext>
              </a:extLst>
            </p:cNvPr>
            <p:cNvSpPr txBox="1"/>
            <p:nvPr/>
          </p:nvSpPr>
          <p:spPr>
            <a:xfrm>
              <a:off x="8826530" y="2179650"/>
              <a:ext cx="13951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ÁR:</a:t>
              </a:r>
              <a:br>
                <a:rPr lang="hu-HU" dirty="0"/>
              </a:br>
              <a:r>
                <a:rPr lang="hu-HU" dirty="0"/>
                <a:t>$$</a:t>
              </a:r>
            </a:p>
          </p:txBody>
        </p:sp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11639878-30C4-8ACB-0C08-B26553799FB7}"/>
                </a:ext>
              </a:extLst>
            </p:cNvPr>
            <p:cNvSpPr txBox="1"/>
            <p:nvPr/>
          </p:nvSpPr>
          <p:spPr>
            <a:xfrm>
              <a:off x="9943900" y="2284907"/>
              <a:ext cx="25200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rgbClr val="FF0000"/>
                  </a:solidFill>
                </a:rPr>
                <a:t>Törlés</a:t>
              </a:r>
            </a:p>
          </p:txBody>
        </p:sp>
        <p:sp>
          <p:nvSpPr>
            <p:cNvPr id="24" name="Téglalap 23">
              <a:extLst>
                <a:ext uri="{FF2B5EF4-FFF2-40B4-BE49-F238E27FC236}">
                  <a16:creationId xmlns:a16="http://schemas.microsoft.com/office/drawing/2014/main" id="{7527D5CE-578E-0B7B-6F08-BD483E227079}"/>
                </a:ext>
              </a:extLst>
            </p:cNvPr>
            <p:cNvSpPr/>
            <p:nvPr/>
          </p:nvSpPr>
          <p:spPr>
            <a:xfrm>
              <a:off x="1121790" y="1687398"/>
              <a:ext cx="9824296" cy="16308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25">
            <a:extLst>
              <a:ext uri="{FF2B5EF4-FFF2-40B4-BE49-F238E27FC236}">
                <a16:creationId xmlns:a16="http://schemas.microsoft.com/office/drawing/2014/main" id="{F01E137C-3FD7-50AE-1A29-3A22B39390F0}"/>
              </a:ext>
            </a:extLst>
          </p:cNvPr>
          <p:cNvGrpSpPr/>
          <p:nvPr/>
        </p:nvGrpSpPr>
        <p:grpSpPr>
          <a:xfrm>
            <a:off x="1274190" y="1839798"/>
            <a:ext cx="11354483" cy="1630837"/>
            <a:chOff x="1121790" y="1687398"/>
            <a:chExt cx="11354483" cy="1630837"/>
          </a:xfrm>
        </p:grpSpPr>
        <p:pic>
          <p:nvPicPr>
            <p:cNvPr id="27" name="Kép 26">
              <a:extLst>
                <a:ext uri="{FF2B5EF4-FFF2-40B4-BE49-F238E27FC236}">
                  <a16:creationId xmlns:a16="http://schemas.microsoft.com/office/drawing/2014/main" id="{D1897826-0307-2035-71A4-802AB1826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8980" y="1770304"/>
              <a:ext cx="853911" cy="1280867"/>
            </a:xfrm>
            <a:prstGeom prst="rect">
              <a:avLst/>
            </a:prstGeom>
          </p:spPr>
        </p:pic>
        <p:sp>
          <p:nvSpPr>
            <p:cNvPr id="28" name="Szövegdoboz 27">
              <a:extLst>
                <a:ext uri="{FF2B5EF4-FFF2-40B4-BE49-F238E27FC236}">
                  <a16:creationId xmlns:a16="http://schemas.microsoft.com/office/drawing/2014/main" id="{E8BD323B-6AD0-9C59-A658-A24CFD422272}"/>
                </a:ext>
              </a:extLst>
            </p:cNvPr>
            <p:cNvSpPr txBox="1"/>
            <p:nvPr/>
          </p:nvSpPr>
          <p:spPr>
            <a:xfrm>
              <a:off x="1121790" y="2007909"/>
              <a:ext cx="26080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hu-HU" dirty="0"/>
                <a:t>NÉV</a:t>
              </a:r>
            </a:p>
            <a:p>
              <a:r>
                <a:rPr lang="hu-HU" dirty="0"/>
                <a:t>Foglalás Dátum</a:t>
              </a:r>
            </a:p>
          </p:txBody>
        </p:sp>
        <p:sp>
          <p:nvSpPr>
            <p:cNvPr id="29" name="Szövegdoboz 28">
              <a:extLst>
                <a:ext uri="{FF2B5EF4-FFF2-40B4-BE49-F238E27FC236}">
                  <a16:creationId xmlns:a16="http://schemas.microsoft.com/office/drawing/2014/main" id="{C8C4E694-DACA-A810-B011-2E0D3F59F506}"/>
                </a:ext>
              </a:extLst>
            </p:cNvPr>
            <p:cNvSpPr txBox="1"/>
            <p:nvPr/>
          </p:nvSpPr>
          <p:spPr>
            <a:xfrm>
              <a:off x="4418618" y="2007908"/>
              <a:ext cx="24132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FOGLALT IDŐPONTOK:</a:t>
              </a:r>
            </a:p>
            <a:p>
              <a:r>
                <a:rPr lang="hu-HU" dirty="0"/>
                <a:t>DÁTUM</a:t>
              </a:r>
            </a:p>
          </p:txBody>
        </p:sp>
        <p:sp>
          <p:nvSpPr>
            <p:cNvPr id="30" name="Szövegdoboz 29">
              <a:extLst>
                <a:ext uri="{FF2B5EF4-FFF2-40B4-BE49-F238E27FC236}">
                  <a16:creationId xmlns:a16="http://schemas.microsoft.com/office/drawing/2014/main" id="{D860620A-9810-5776-BAD2-14F55A4615A5}"/>
                </a:ext>
              </a:extLst>
            </p:cNvPr>
            <p:cNvSpPr txBox="1"/>
            <p:nvPr/>
          </p:nvSpPr>
          <p:spPr>
            <a:xfrm>
              <a:off x="8974905" y="2146407"/>
              <a:ext cx="13951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ÁR:</a:t>
              </a:r>
              <a:br>
                <a:rPr lang="hu-HU" dirty="0"/>
              </a:br>
              <a:r>
                <a:rPr lang="hu-HU" dirty="0"/>
                <a:t>$$</a:t>
              </a:r>
            </a:p>
          </p:txBody>
        </p:sp>
        <p:sp>
          <p:nvSpPr>
            <p:cNvPr id="31" name="Szövegdoboz 30">
              <a:extLst>
                <a:ext uri="{FF2B5EF4-FFF2-40B4-BE49-F238E27FC236}">
                  <a16:creationId xmlns:a16="http://schemas.microsoft.com/office/drawing/2014/main" id="{1C45910A-A8C5-196F-C1BD-CB7AEB1E6A5C}"/>
                </a:ext>
              </a:extLst>
            </p:cNvPr>
            <p:cNvSpPr txBox="1"/>
            <p:nvPr/>
          </p:nvSpPr>
          <p:spPr>
            <a:xfrm>
              <a:off x="9956174" y="2284907"/>
              <a:ext cx="25200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rgbClr val="FF0000"/>
                  </a:solidFill>
                </a:rPr>
                <a:t>Törlés</a:t>
              </a:r>
            </a:p>
          </p:txBody>
        </p:sp>
        <p:sp>
          <p:nvSpPr>
            <p:cNvPr id="32" name="Téglalap 31">
              <a:extLst>
                <a:ext uri="{FF2B5EF4-FFF2-40B4-BE49-F238E27FC236}">
                  <a16:creationId xmlns:a16="http://schemas.microsoft.com/office/drawing/2014/main" id="{FCAA7B3A-1C9D-183A-6B93-874DF2444139}"/>
                </a:ext>
              </a:extLst>
            </p:cNvPr>
            <p:cNvSpPr/>
            <p:nvPr/>
          </p:nvSpPr>
          <p:spPr>
            <a:xfrm>
              <a:off x="1121790" y="1687398"/>
              <a:ext cx="9824296" cy="16308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B60DA6B1-6AC0-6BF4-1624-326D827B9125}"/>
              </a:ext>
            </a:extLst>
          </p:cNvPr>
          <p:cNvSpPr txBox="1"/>
          <p:nvPr/>
        </p:nvSpPr>
        <p:spPr>
          <a:xfrm>
            <a:off x="7172422" y="4215996"/>
            <a:ext cx="1547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Mennyiség:</a:t>
            </a:r>
            <a:br>
              <a:rPr lang="hu-HU" dirty="0"/>
            </a:br>
            <a:r>
              <a:rPr lang="hu-HU" dirty="0"/>
              <a:t>DB</a:t>
            </a:r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AE1958B1-BCAD-D9E6-4FAF-CE4EC8115978}"/>
              </a:ext>
            </a:extLst>
          </p:cNvPr>
          <p:cNvSpPr txBox="1"/>
          <p:nvPr/>
        </p:nvSpPr>
        <p:spPr>
          <a:xfrm>
            <a:off x="7296294" y="2239971"/>
            <a:ext cx="1547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Mennyiség:</a:t>
            </a:r>
            <a:br>
              <a:rPr lang="hu-HU" dirty="0"/>
            </a:br>
            <a:r>
              <a:rPr lang="hu-HU" dirty="0"/>
              <a:t>DB</a:t>
            </a:r>
          </a:p>
        </p:txBody>
      </p:sp>
    </p:spTree>
    <p:extLst>
      <p:ext uri="{BB962C8B-B14F-4D97-AF65-F5344CB8AC3E}">
        <p14:creationId xmlns:p14="http://schemas.microsoft.com/office/powerpoint/2010/main" val="2795852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8C1BB-6222-590C-8CA5-06F05B4F9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A70B9DB-F521-5DA6-A281-4A4E495E3BC7}"/>
              </a:ext>
            </a:extLst>
          </p:cNvPr>
          <p:cNvSpPr/>
          <p:nvPr/>
        </p:nvSpPr>
        <p:spPr>
          <a:xfrm>
            <a:off x="-32995" y="-13545"/>
            <a:ext cx="12192000" cy="105580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4D627095-AB14-3FC0-A08D-CC8EA22FAEC2}"/>
              </a:ext>
            </a:extLst>
          </p:cNvPr>
          <p:cNvSpPr txBox="1"/>
          <p:nvPr/>
        </p:nvSpPr>
        <p:spPr>
          <a:xfrm>
            <a:off x="8396139" y="579499"/>
            <a:ext cx="3461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Regisztráció          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Belépés</a:t>
            </a:r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B01D1CB6-49BA-5B2B-A8C3-A5B228BC96D6}"/>
              </a:ext>
            </a:extLst>
          </p:cNvPr>
          <p:cNvGrpSpPr/>
          <p:nvPr/>
        </p:nvGrpSpPr>
        <p:grpSpPr>
          <a:xfrm>
            <a:off x="4545290" y="486075"/>
            <a:ext cx="3101419" cy="5561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6" name="Ellipszis 5">
              <a:extLst>
                <a:ext uri="{FF2B5EF4-FFF2-40B4-BE49-F238E27FC236}">
                  <a16:creationId xmlns:a16="http://schemas.microsoft.com/office/drawing/2014/main" id="{842BA499-6FA1-6854-2434-72CBF53E2730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églalap 6">
              <a:extLst>
                <a:ext uri="{FF2B5EF4-FFF2-40B4-BE49-F238E27FC236}">
                  <a16:creationId xmlns:a16="http://schemas.microsoft.com/office/drawing/2014/main" id="{243527AA-E625-E826-D692-89DF3B76A4C7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Keresés</a:t>
              </a:r>
            </a:p>
          </p:txBody>
        </p:sp>
        <p:sp>
          <p:nvSpPr>
            <p:cNvPr id="8" name="Ellipszis 7">
              <a:extLst>
                <a:ext uri="{FF2B5EF4-FFF2-40B4-BE49-F238E27FC236}">
                  <a16:creationId xmlns:a16="http://schemas.microsoft.com/office/drawing/2014/main" id="{9461593E-6D44-53F7-F5C5-D32A1F99FD5F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églalap 9">
            <a:extLst>
              <a:ext uri="{FF2B5EF4-FFF2-40B4-BE49-F238E27FC236}">
                <a16:creationId xmlns:a16="http://schemas.microsoft.com/office/drawing/2014/main" id="{EDB39703-07EB-CF12-4D04-3D35E4C68B6A}"/>
              </a:ext>
            </a:extLst>
          </p:cNvPr>
          <p:cNvSpPr/>
          <p:nvPr/>
        </p:nvSpPr>
        <p:spPr>
          <a:xfrm>
            <a:off x="-30638" y="530556"/>
            <a:ext cx="2366128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Rólúnk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DE6CA2FC-545B-25E6-1B18-DB332DB27A64}"/>
              </a:ext>
            </a:extLst>
          </p:cNvPr>
          <p:cNvSpPr txBox="1"/>
          <p:nvPr/>
        </p:nvSpPr>
        <p:spPr>
          <a:xfrm>
            <a:off x="2223153" y="643665"/>
            <a:ext cx="159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Szűrés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B49BB7CC-60FD-1023-B5EA-E3C14D17EAD1}"/>
              </a:ext>
            </a:extLst>
          </p:cNvPr>
          <p:cNvSpPr txBox="1"/>
          <p:nvPr/>
        </p:nvSpPr>
        <p:spPr>
          <a:xfrm>
            <a:off x="3729871" y="1221614"/>
            <a:ext cx="4666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Foglaláshoz, regisztráljon illetve lépjen be!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D71232F9-95B7-B402-A7C9-B529968E3F1A}"/>
              </a:ext>
            </a:extLst>
          </p:cNvPr>
          <p:cNvSpPr txBox="1"/>
          <p:nvPr/>
        </p:nvSpPr>
        <p:spPr>
          <a:xfrm>
            <a:off x="4701618" y="51599"/>
            <a:ext cx="278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PótkocsiPont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3010D9E9-A109-A057-9EC0-3E472475B134}"/>
              </a:ext>
            </a:extLst>
          </p:cNvPr>
          <p:cNvSpPr/>
          <p:nvPr/>
        </p:nvSpPr>
        <p:spPr>
          <a:xfrm>
            <a:off x="631596" y="329938"/>
            <a:ext cx="10369483" cy="631595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902CF2F1-1043-0A9A-E842-360541C97A7D}"/>
              </a:ext>
            </a:extLst>
          </p:cNvPr>
          <p:cNvSpPr txBox="1"/>
          <p:nvPr/>
        </p:nvSpPr>
        <p:spPr>
          <a:xfrm>
            <a:off x="4920792" y="853721"/>
            <a:ext cx="2912882" cy="367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SZEMÉLYES ADATOK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EDFD28A9-437A-0588-0DDD-7AEB42DDDA8D}"/>
              </a:ext>
            </a:extLst>
          </p:cNvPr>
          <p:cNvSpPr txBox="1"/>
          <p:nvPr/>
        </p:nvSpPr>
        <p:spPr>
          <a:xfrm>
            <a:off x="2248683" y="1501453"/>
            <a:ext cx="3019720" cy="4129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Vezetéknév:</a:t>
            </a:r>
          </a:p>
          <a:p>
            <a:pPr>
              <a:spcAft>
                <a:spcPts val="600"/>
              </a:spcAft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Keresztnév: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Telefon:</a:t>
            </a:r>
          </a:p>
          <a:p>
            <a:pPr>
              <a:spcAft>
                <a:spcPts val="800"/>
              </a:spcAft>
            </a:pPr>
            <a:b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Ország:</a:t>
            </a:r>
            <a:b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Irányítószám:</a:t>
            </a:r>
            <a:b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Vármegye:</a:t>
            </a:r>
            <a:b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Város:</a:t>
            </a:r>
          </a:p>
          <a:p>
            <a:pPr>
              <a:spcAft>
                <a:spcPts val="800"/>
              </a:spcAft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Utca: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Házszám:</a:t>
            </a:r>
            <a:b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Email:</a:t>
            </a:r>
          </a:p>
          <a:p>
            <a:pPr>
              <a:spcAft>
                <a:spcPts val="600"/>
              </a:spcAft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Jelszó:</a:t>
            </a:r>
          </a:p>
        </p:txBody>
      </p:sp>
      <p:grpSp>
        <p:nvGrpSpPr>
          <p:cNvPr id="51" name="Csoportba foglalás 50">
            <a:extLst>
              <a:ext uri="{FF2B5EF4-FFF2-40B4-BE49-F238E27FC236}">
                <a16:creationId xmlns:a16="http://schemas.microsoft.com/office/drawing/2014/main" id="{14FD3CE4-0112-B2FD-FE6B-7A721A59708A}"/>
              </a:ext>
            </a:extLst>
          </p:cNvPr>
          <p:cNvGrpSpPr/>
          <p:nvPr/>
        </p:nvGrpSpPr>
        <p:grpSpPr>
          <a:xfrm>
            <a:off x="5236191" y="1905243"/>
            <a:ext cx="3101419" cy="314215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52" name="Ellipszis 51">
              <a:extLst>
                <a:ext uri="{FF2B5EF4-FFF2-40B4-BE49-F238E27FC236}">
                  <a16:creationId xmlns:a16="http://schemas.microsoft.com/office/drawing/2014/main" id="{3B2F647F-BE7D-5CB9-BE07-55BF456C6B68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églalap 52">
              <a:extLst>
                <a:ext uri="{FF2B5EF4-FFF2-40B4-BE49-F238E27FC236}">
                  <a16:creationId xmlns:a16="http://schemas.microsoft.com/office/drawing/2014/main" id="{458944B2-C2BF-5B53-6E00-D09D33DD9572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Keresztnév…</a:t>
              </a:r>
            </a:p>
          </p:txBody>
        </p:sp>
        <p:sp>
          <p:nvSpPr>
            <p:cNvPr id="54" name="Ellipszis 53">
              <a:extLst>
                <a:ext uri="{FF2B5EF4-FFF2-40B4-BE49-F238E27FC236}">
                  <a16:creationId xmlns:a16="http://schemas.microsoft.com/office/drawing/2014/main" id="{05140A52-26EC-3CB5-692D-BB3EDE0A378B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9" name="Csoportba foglalás 78">
            <a:extLst>
              <a:ext uri="{FF2B5EF4-FFF2-40B4-BE49-F238E27FC236}">
                <a16:creationId xmlns:a16="http://schemas.microsoft.com/office/drawing/2014/main" id="{E7986E27-BD41-3D08-E211-9F6D3F504CA0}"/>
              </a:ext>
            </a:extLst>
          </p:cNvPr>
          <p:cNvGrpSpPr/>
          <p:nvPr/>
        </p:nvGrpSpPr>
        <p:grpSpPr>
          <a:xfrm>
            <a:off x="5236191" y="1528720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80" name="Ellipszis 79">
              <a:extLst>
                <a:ext uri="{FF2B5EF4-FFF2-40B4-BE49-F238E27FC236}">
                  <a16:creationId xmlns:a16="http://schemas.microsoft.com/office/drawing/2014/main" id="{FEB3C603-7CFA-8574-C318-DD5C29865BE7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églalap 80">
              <a:extLst>
                <a:ext uri="{FF2B5EF4-FFF2-40B4-BE49-F238E27FC236}">
                  <a16:creationId xmlns:a16="http://schemas.microsoft.com/office/drawing/2014/main" id="{B265BB8F-7148-E641-DC3E-DFDD03DD8ACA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Vezetéknév…</a:t>
              </a:r>
            </a:p>
          </p:txBody>
        </p:sp>
        <p:sp>
          <p:nvSpPr>
            <p:cNvPr id="82" name="Ellipszis 81">
              <a:extLst>
                <a:ext uri="{FF2B5EF4-FFF2-40B4-BE49-F238E27FC236}">
                  <a16:creationId xmlns:a16="http://schemas.microsoft.com/office/drawing/2014/main" id="{5ED87046-CF1A-605B-090E-9B9231F215B1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7" name="Csoportba foglalás 86">
            <a:extLst>
              <a:ext uri="{FF2B5EF4-FFF2-40B4-BE49-F238E27FC236}">
                <a16:creationId xmlns:a16="http://schemas.microsoft.com/office/drawing/2014/main" id="{07411E7C-5A5D-9E05-7B0F-429778768E5E}"/>
              </a:ext>
            </a:extLst>
          </p:cNvPr>
          <p:cNvGrpSpPr/>
          <p:nvPr/>
        </p:nvGrpSpPr>
        <p:grpSpPr>
          <a:xfrm>
            <a:off x="4701618" y="5786550"/>
            <a:ext cx="3101419" cy="556182"/>
            <a:chOff x="4788816" y="207389"/>
            <a:chExt cx="3101419" cy="556182"/>
          </a:xfrm>
          <a:solidFill>
            <a:srgbClr val="FF0000"/>
          </a:solidFill>
        </p:grpSpPr>
        <p:sp>
          <p:nvSpPr>
            <p:cNvPr id="88" name="Ellipszis 87">
              <a:extLst>
                <a:ext uri="{FF2B5EF4-FFF2-40B4-BE49-F238E27FC236}">
                  <a16:creationId xmlns:a16="http://schemas.microsoft.com/office/drawing/2014/main" id="{8C3FFD4F-C87E-5ADA-ED42-55156D8003B2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églalap 88">
              <a:extLst>
                <a:ext uri="{FF2B5EF4-FFF2-40B4-BE49-F238E27FC236}">
                  <a16:creationId xmlns:a16="http://schemas.microsoft.com/office/drawing/2014/main" id="{F099152F-93E1-E2AC-C4F3-5FA8587E11B6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MENTÉS</a:t>
              </a:r>
            </a:p>
          </p:txBody>
        </p:sp>
        <p:sp>
          <p:nvSpPr>
            <p:cNvPr id="90" name="Ellipszis 89">
              <a:extLst>
                <a:ext uri="{FF2B5EF4-FFF2-40B4-BE49-F238E27FC236}">
                  <a16:creationId xmlns:a16="http://schemas.microsoft.com/office/drawing/2014/main" id="{B5F3DB9D-334F-D6B9-1E68-498B119A9F29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5" name="Csoportba foglalás 94">
            <a:extLst>
              <a:ext uri="{FF2B5EF4-FFF2-40B4-BE49-F238E27FC236}">
                <a16:creationId xmlns:a16="http://schemas.microsoft.com/office/drawing/2014/main" id="{E66E7D59-3C35-A729-BDD4-729B0F7B157C}"/>
              </a:ext>
            </a:extLst>
          </p:cNvPr>
          <p:cNvGrpSpPr/>
          <p:nvPr/>
        </p:nvGrpSpPr>
        <p:grpSpPr>
          <a:xfrm>
            <a:off x="5236191" y="4791086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E1D8AE20-43AF-4B99-54A8-F0C546553371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Téglalap 96">
              <a:extLst>
                <a:ext uri="{FF2B5EF4-FFF2-40B4-BE49-F238E27FC236}">
                  <a16:creationId xmlns:a16="http://schemas.microsoft.com/office/drawing/2014/main" id="{172C1FE2-B26E-8F0E-B0B0-DF44715A1695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E-mail…</a:t>
              </a:r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C7EDC690-A41F-7032-E71D-1213CB92A405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9" name="Csoportba foglalás 98">
            <a:extLst>
              <a:ext uri="{FF2B5EF4-FFF2-40B4-BE49-F238E27FC236}">
                <a16:creationId xmlns:a16="http://schemas.microsoft.com/office/drawing/2014/main" id="{8D810435-D829-0C32-CE3A-89B55B79BC74}"/>
              </a:ext>
            </a:extLst>
          </p:cNvPr>
          <p:cNvGrpSpPr/>
          <p:nvPr/>
        </p:nvGrpSpPr>
        <p:grpSpPr>
          <a:xfrm>
            <a:off x="5236191" y="2719827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FDBD068E-50D1-7E8E-359C-3059D287AA76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Téglalap 100">
              <a:extLst>
                <a:ext uri="{FF2B5EF4-FFF2-40B4-BE49-F238E27FC236}">
                  <a16:creationId xmlns:a16="http://schemas.microsoft.com/office/drawing/2014/main" id="{61515664-347A-E523-794E-C20E9B1F0AF4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Országnév…</a:t>
              </a:r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DF7D263B-63B5-1B7B-2388-83724CC89D8A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3" name="Csoportba foglalás 102">
            <a:extLst>
              <a:ext uri="{FF2B5EF4-FFF2-40B4-BE49-F238E27FC236}">
                <a16:creationId xmlns:a16="http://schemas.microsoft.com/office/drawing/2014/main" id="{EE31C329-7354-FE94-DE51-F8E8195B2C48}"/>
              </a:ext>
            </a:extLst>
          </p:cNvPr>
          <p:cNvGrpSpPr/>
          <p:nvPr/>
        </p:nvGrpSpPr>
        <p:grpSpPr>
          <a:xfrm>
            <a:off x="5236191" y="3294998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503A8CA0-99F4-82E0-0FE4-620E8B9388DD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4CD33AC3-9596-C124-E80C-FA7D43CF95F0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Vármegye..</a:t>
              </a:r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848E9525-564A-5D9D-26D1-754BE2081594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7" name="Csoportba foglalás 106">
            <a:extLst>
              <a:ext uri="{FF2B5EF4-FFF2-40B4-BE49-F238E27FC236}">
                <a16:creationId xmlns:a16="http://schemas.microsoft.com/office/drawing/2014/main" id="{362EEC88-4896-A3A1-5FEE-3C2622808BC7}"/>
              </a:ext>
            </a:extLst>
          </p:cNvPr>
          <p:cNvGrpSpPr/>
          <p:nvPr/>
        </p:nvGrpSpPr>
        <p:grpSpPr>
          <a:xfrm>
            <a:off x="5236191" y="3589821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08" name="Ellipszis 107">
              <a:extLst>
                <a:ext uri="{FF2B5EF4-FFF2-40B4-BE49-F238E27FC236}">
                  <a16:creationId xmlns:a16="http://schemas.microsoft.com/office/drawing/2014/main" id="{A2B6ACCE-F21B-90D7-688E-942E5740771A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Téglalap 108">
              <a:extLst>
                <a:ext uri="{FF2B5EF4-FFF2-40B4-BE49-F238E27FC236}">
                  <a16:creationId xmlns:a16="http://schemas.microsoft.com/office/drawing/2014/main" id="{5C80F7D8-316F-6585-6E97-B26D285F6AB8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Város…</a:t>
              </a:r>
            </a:p>
          </p:txBody>
        </p:sp>
        <p:sp>
          <p:nvSpPr>
            <p:cNvPr id="110" name="Ellipszis 109">
              <a:extLst>
                <a:ext uri="{FF2B5EF4-FFF2-40B4-BE49-F238E27FC236}">
                  <a16:creationId xmlns:a16="http://schemas.microsoft.com/office/drawing/2014/main" id="{8D0C702E-F302-9B6C-28EA-646C0EE043BB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1" name="Csoportba foglalás 110">
            <a:extLst>
              <a:ext uri="{FF2B5EF4-FFF2-40B4-BE49-F238E27FC236}">
                <a16:creationId xmlns:a16="http://schemas.microsoft.com/office/drawing/2014/main" id="{64969514-D86B-B4A1-CF40-6FF0809D5DEA}"/>
              </a:ext>
            </a:extLst>
          </p:cNvPr>
          <p:cNvGrpSpPr/>
          <p:nvPr/>
        </p:nvGrpSpPr>
        <p:grpSpPr>
          <a:xfrm>
            <a:off x="5236191" y="3957147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12" name="Ellipszis 111">
              <a:extLst>
                <a:ext uri="{FF2B5EF4-FFF2-40B4-BE49-F238E27FC236}">
                  <a16:creationId xmlns:a16="http://schemas.microsoft.com/office/drawing/2014/main" id="{B17F316E-252A-0258-7471-0A93685FF992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:a16="http://schemas.microsoft.com/office/drawing/2014/main" id="{34A2247B-1ED5-7C0B-A30A-BC611E0921BC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Utca</a:t>
              </a:r>
            </a:p>
          </p:txBody>
        </p:sp>
        <p:sp>
          <p:nvSpPr>
            <p:cNvPr id="114" name="Ellipszis 113">
              <a:extLst>
                <a:ext uri="{FF2B5EF4-FFF2-40B4-BE49-F238E27FC236}">
                  <a16:creationId xmlns:a16="http://schemas.microsoft.com/office/drawing/2014/main" id="{21F9FA94-CF26-FEDD-9EC4-EA8B0975B4F4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1D11EC85-2138-3D20-2682-508D6D4A31A9}"/>
              </a:ext>
            </a:extLst>
          </p:cNvPr>
          <p:cNvGrpSpPr/>
          <p:nvPr/>
        </p:nvGrpSpPr>
        <p:grpSpPr>
          <a:xfrm>
            <a:off x="5236191" y="4310106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16" name="Ellipszis 115">
              <a:extLst>
                <a:ext uri="{FF2B5EF4-FFF2-40B4-BE49-F238E27FC236}">
                  <a16:creationId xmlns:a16="http://schemas.microsoft.com/office/drawing/2014/main" id="{4DCD8A46-78C1-7C70-BFC7-247605E22298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Téglalap 116">
              <a:extLst>
                <a:ext uri="{FF2B5EF4-FFF2-40B4-BE49-F238E27FC236}">
                  <a16:creationId xmlns:a16="http://schemas.microsoft.com/office/drawing/2014/main" id="{151A66C9-2F61-746D-43ED-F51AEDDE4EEE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Házszám</a:t>
              </a:r>
            </a:p>
          </p:txBody>
        </p: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4454D42D-8384-2F7F-2556-30EDD48609C3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9" name="Csoportba foglalás 118">
            <a:extLst>
              <a:ext uri="{FF2B5EF4-FFF2-40B4-BE49-F238E27FC236}">
                <a16:creationId xmlns:a16="http://schemas.microsoft.com/office/drawing/2014/main" id="{866F4C61-257F-DDEE-0861-2BFFAFA3148E}"/>
              </a:ext>
            </a:extLst>
          </p:cNvPr>
          <p:cNvGrpSpPr/>
          <p:nvPr/>
        </p:nvGrpSpPr>
        <p:grpSpPr>
          <a:xfrm>
            <a:off x="5236191" y="5240269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20" name="Ellipszis 119">
              <a:extLst>
                <a:ext uri="{FF2B5EF4-FFF2-40B4-BE49-F238E27FC236}">
                  <a16:creationId xmlns:a16="http://schemas.microsoft.com/office/drawing/2014/main" id="{538E2773-D94B-C2CA-6373-77D45E38CE8F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Téglalap 120">
              <a:extLst>
                <a:ext uri="{FF2B5EF4-FFF2-40B4-BE49-F238E27FC236}">
                  <a16:creationId xmlns:a16="http://schemas.microsoft.com/office/drawing/2014/main" id="{86590DC2-4ACF-7B60-B1DE-4F07A4FBEAA5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Jelszó…</a:t>
              </a:r>
            </a:p>
          </p:txBody>
        </p:sp>
        <p:sp>
          <p:nvSpPr>
            <p:cNvPr id="122" name="Ellipszis 121">
              <a:extLst>
                <a:ext uri="{FF2B5EF4-FFF2-40B4-BE49-F238E27FC236}">
                  <a16:creationId xmlns:a16="http://schemas.microsoft.com/office/drawing/2014/main" id="{5147130B-749C-149B-049D-A63C0346819F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3" name="Csoportba foglalás 122">
            <a:extLst>
              <a:ext uri="{FF2B5EF4-FFF2-40B4-BE49-F238E27FC236}">
                <a16:creationId xmlns:a16="http://schemas.microsoft.com/office/drawing/2014/main" id="{0DD04039-F420-BE1F-8A7A-82A4FF718FA3}"/>
              </a:ext>
            </a:extLst>
          </p:cNvPr>
          <p:cNvGrpSpPr/>
          <p:nvPr/>
        </p:nvGrpSpPr>
        <p:grpSpPr>
          <a:xfrm>
            <a:off x="5236191" y="2269570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24" name="Ellipszis 123">
              <a:extLst>
                <a:ext uri="{FF2B5EF4-FFF2-40B4-BE49-F238E27FC236}">
                  <a16:creationId xmlns:a16="http://schemas.microsoft.com/office/drawing/2014/main" id="{5A42B47A-5863-EF41-D28C-ED23B1D206B7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Téglalap 124">
              <a:extLst>
                <a:ext uri="{FF2B5EF4-FFF2-40B4-BE49-F238E27FC236}">
                  <a16:creationId xmlns:a16="http://schemas.microsoft.com/office/drawing/2014/main" id="{8AF081C6-EEE2-26A2-3E6C-837D3531FF33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+(36)…</a:t>
              </a:r>
            </a:p>
          </p:txBody>
        </p:sp>
        <p:sp>
          <p:nvSpPr>
            <p:cNvPr id="126" name="Ellipszis 125">
              <a:extLst>
                <a:ext uri="{FF2B5EF4-FFF2-40B4-BE49-F238E27FC236}">
                  <a16:creationId xmlns:a16="http://schemas.microsoft.com/office/drawing/2014/main" id="{09585C82-3346-814B-69C3-64B3872D0372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7" name="Csoportba foglalás 126">
            <a:extLst>
              <a:ext uri="{FF2B5EF4-FFF2-40B4-BE49-F238E27FC236}">
                <a16:creationId xmlns:a16="http://schemas.microsoft.com/office/drawing/2014/main" id="{9CFF15C2-EBFC-8B91-CF1F-48E10D66BFB9}"/>
              </a:ext>
            </a:extLst>
          </p:cNvPr>
          <p:cNvGrpSpPr/>
          <p:nvPr/>
        </p:nvGrpSpPr>
        <p:grpSpPr>
          <a:xfrm>
            <a:off x="5236191" y="3011105"/>
            <a:ext cx="3101419" cy="2513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128" name="Ellipszis 127">
              <a:extLst>
                <a:ext uri="{FF2B5EF4-FFF2-40B4-BE49-F238E27FC236}">
                  <a16:creationId xmlns:a16="http://schemas.microsoft.com/office/drawing/2014/main" id="{ABDA1732-055B-19B2-3813-C023EA2762E6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Téglalap 128">
              <a:extLst>
                <a:ext uri="{FF2B5EF4-FFF2-40B4-BE49-F238E27FC236}">
                  <a16:creationId xmlns:a16="http://schemas.microsoft.com/office/drawing/2014/main" id="{DE221130-F300-4265-0697-63066C06FF60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Irányítószám</a:t>
              </a:r>
            </a:p>
          </p:txBody>
        </p: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6E59D18E-A2A6-C0FF-F210-A2422D2524C4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964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5F5A8-7B02-ED57-568C-F5878982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A670150C-0483-F695-9CC8-6551232314B9}"/>
              </a:ext>
            </a:extLst>
          </p:cNvPr>
          <p:cNvSpPr/>
          <p:nvPr/>
        </p:nvSpPr>
        <p:spPr>
          <a:xfrm>
            <a:off x="-83664" y="-13546"/>
            <a:ext cx="12293338" cy="105580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258A43D-174D-CABC-EE6E-DC3E95F01DE6}"/>
              </a:ext>
            </a:extLst>
          </p:cNvPr>
          <p:cNvSpPr txBox="1"/>
          <p:nvPr/>
        </p:nvSpPr>
        <p:spPr>
          <a:xfrm>
            <a:off x="5233052" y="608622"/>
            <a:ext cx="1921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Eddigi Foglalások</a:t>
            </a:r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1E31DA4E-AAED-B59B-ACD8-9E28E8BE9488}"/>
              </a:ext>
            </a:extLst>
          </p:cNvPr>
          <p:cNvGrpSpPr/>
          <p:nvPr/>
        </p:nvGrpSpPr>
        <p:grpSpPr>
          <a:xfrm>
            <a:off x="1958221" y="460275"/>
            <a:ext cx="3101419" cy="556182"/>
            <a:chOff x="4788816" y="207389"/>
            <a:chExt cx="3101419" cy="556182"/>
          </a:xfrm>
          <a:solidFill>
            <a:schemeClr val="accent6">
              <a:lumMod val="75000"/>
            </a:schemeClr>
          </a:solidFill>
        </p:grpSpPr>
        <p:sp>
          <p:nvSpPr>
            <p:cNvPr id="6" name="Ellipszis 5">
              <a:extLst>
                <a:ext uri="{FF2B5EF4-FFF2-40B4-BE49-F238E27FC236}">
                  <a16:creationId xmlns:a16="http://schemas.microsoft.com/office/drawing/2014/main" id="{E9397EA8-7D52-12F6-D8FB-6AF8ADC1A817}"/>
                </a:ext>
              </a:extLst>
            </p:cNvPr>
            <p:cNvSpPr/>
            <p:nvPr/>
          </p:nvSpPr>
          <p:spPr>
            <a:xfrm>
              <a:off x="4788816" y="207390"/>
              <a:ext cx="537328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églalap 6">
              <a:extLst>
                <a:ext uri="{FF2B5EF4-FFF2-40B4-BE49-F238E27FC236}">
                  <a16:creationId xmlns:a16="http://schemas.microsoft.com/office/drawing/2014/main" id="{9C49D5C2-5DC0-FD25-BBC6-B9B2E5EA6D1F}"/>
                </a:ext>
              </a:extLst>
            </p:cNvPr>
            <p:cNvSpPr/>
            <p:nvPr/>
          </p:nvSpPr>
          <p:spPr>
            <a:xfrm>
              <a:off x="5057480" y="207389"/>
              <a:ext cx="2498103" cy="5561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Keresés</a:t>
              </a:r>
            </a:p>
          </p:txBody>
        </p:sp>
        <p:sp>
          <p:nvSpPr>
            <p:cNvPr id="8" name="Ellipszis 7">
              <a:extLst>
                <a:ext uri="{FF2B5EF4-FFF2-40B4-BE49-F238E27FC236}">
                  <a16:creationId xmlns:a16="http://schemas.microsoft.com/office/drawing/2014/main" id="{403BC681-918D-53B6-2F04-C3EC1B532E2C}"/>
                </a:ext>
              </a:extLst>
            </p:cNvPr>
            <p:cNvSpPr/>
            <p:nvPr/>
          </p:nvSpPr>
          <p:spPr>
            <a:xfrm>
              <a:off x="7249213" y="207390"/>
              <a:ext cx="641022" cy="556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églalap 9">
            <a:extLst>
              <a:ext uri="{FF2B5EF4-FFF2-40B4-BE49-F238E27FC236}">
                <a16:creationId xmlns:a16="http://schemas.microsoft.com/office/drawing/2014/main" id="{E63BAE72-F042-D748-3878-1884917556C4}"/>
              </a:ext>
            </a:extLst>
          </p:cNvPr>
          <p:cNvSpPr/>
          <p:nvPr/>
        </p:nvSpPr>
        <p:spPr>
          <a:xfrm>
            <a:off x="-765928" y="527901"/>
            <a:ext cx="2366128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Rólúnk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C5028014-97E7-CA54-80B2-93791912E7C7}"/>
              </a:ext>
            </a:extLst>
          </p:cNvPr>
          <p:cNvSpPr txBox="1"/>
          <p:nvPr/>
        </p:nvSpPr>
        <p:spPr>
          <a:xfrm>
            <a:off x="642988" y="686470"/>
            <a:ext cx="159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Szűrés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B05F9CB6-951C-8752-502B-825BA91114FD}"/>
              </a:ext>
            </a:extLst>
          </p:cNvPr>
          <p:cNvSpPr txBox="1"/>
          <p:nvPr/>
        </p:nvSpPr>
        <p:spPr>
          <a:xfrm>
            <a:off x="3729871" y="1221614"/>
            <a:ext cx="4666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KEDVENCEIM!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A339EEA5-AA26-E138-1D2D-8948C6EE41D5}"/>
              </a:ext>
            </a:extLst>
          </p:cNvPr>
          <p:cNvSpPr txBox="1"/>
          <p:nvPr/>
        </p:nvSpPr>
        <p:spPr>
          <a:xfrm>
            <a:off x="4701618" y="51599"/>
            <a:ext cx="278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PótkocsiPont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71C4002F-D6A1-22D6-6A0F-33E58B20DD75}"/>
              </a:ext>
            </a:extLst>
          </p:cNvPr>
          <p:cNvSpPr txBox="1"/>
          <p:nvPr/>
        </p:nvSpPr>
        <p:spPr>
          <a:xfrm>
            <a:off x="7172422" y="635216"/>
            <a:ext cx="137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Kedvencek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1E70A81C-ED01-D160-D561-C12C749CEFE3}"/>
              </a:ext>
            </a:extLst>
          </p:cNvPr>
          <p:cNvSpPr txBox="1"/>
          <p:nvPr/>
        </p:nvSpPr>
        <p:spPr>
          <a:xfrm>
            <a:off x="8450931" y="647124"/>
            <a:ext cx="933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Kosár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399374FE-38B5-78B7-AA8D-D29AF835BCB0}"/>
              </a:ext>
            </a:extLst>
          </p:cNvPr>
          <p:cNvSpPr txBox="1"/>
          <p:nvPr/>
        </p:nvSpPr>
        <p:spPr>
          <a:xfrm>
            <a:off x="9144783" y="664737"/>
            <a:ext cx="137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Beállitások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9C3F608E-3317-844D-8E69-E9453692F270}"/>
              </a:ext>
            </a:extLst>
          </p:cNvPr>
          <p:cNvSpPr txBox="1"/>
          <p:nvPr/>
        </p:nvSpPr>
        <p:spPr>
          <a:xfrm>
            <a:off x="10319208" y="686470"/>
            <a:ext cx="1872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Személyes adatok</a:t>
            </a:r>
          </a:p>
        </p:txBody>
      </p:sp>
      <p:sp>
        <p:nvSpPr>
          <p:cNvPr id="18" name="Ellipszis 17">
            <a:extLst>
              <a:ext uri="{FF2B5EF4-FFF2-40B4-BE49-F238E27FC236}">
                <a16:creationId xmlns:a16="http://schemas.microsoft.com/office/drawing/2014/main" id="{322BA26E-84E8-B45D-E967-F89A7110CF59}"/>
              </a:ext>
            </a:extLst>
          </p:cNvPr>
          <p:cNvSpPr/>
          <p:nvPr/>
        </p:nvSpPr>
        <p:spPr>
          <a:xfrm>
            <a:off x="10946086" y="51599"/>
            <a:ext cx="845077" cy="6867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S.A.</a:t>
            </a: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D41D0BA8-C4AF-F4E9-69D5-96B5FDDE9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68" y="1770304"/>
            <a:ext cx="2946661" cy="4368061"/>
          </a:xfrm>
          <a:prstGeom prst="rect">
            <a:avLst/>
          </a:prstGeom>
        </p:spPr>
      </p:pic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DA03E5BB-EA34-24A7-0F39-B4C9969767A9}"/>
              </a:ext>
            </a:extLst>
          </p:cNvPr>
          <p:cNvGrpSpPr/>
          <p:nvPr/>
        </p:nvGrpSpPr>
        <p:grpSpPr>
          <a:xfrm>
            <a:off x="4628561" y="6189790"/>
            <a:ext cx="3007150" cy="646331"/>
            <a:chOff x="4628561" y="6189790"/>
            <a:chExt cx="3007150" cy="646331"/>
          </a:xfrm>
        </p:grpSpPr>
        <p:sp>
          <p:nvSpPr>
            <p:cNvPr id="19" name="Szövegdoboz 18">
              <a:extLst>
                <a:ext uri="{FF2B5EF4-FFF2-40B4-BE49-F238E27FC236}">
                  <a16:creationId xmlns:a16="http://schemas.microsoft.com/office/drawing/2014/main" id="{D6E38EE3-83A2-C345-8C1B-36C877B39F45}"/>
                </a:ext>
              </a:extLst>
            </p:cNvPr>
            <p:cNvSpPr txBox="1"/>
            <p:nvPr/>
          </p:nvSpPr>
          <p:spPr>
            <a:xfrm>
              <a:off x="4628561" y="6189790"/>
              <a:ext cx="3007150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hu-HU" dirty="0"/>
                <a:t>NÉV</a:t>
              </a:r>
            </a:p>
            <a:p>
              <a:r>
                <a:rPr lang="hu-HU" dirty="0"/>
                <a:t>Rövid leírás</a:t>
              </a:r>
            </a:p>
          </p:txBody>
        </p:sp>
        <p:sp>
          <p:nvSpPr>
            <p:cNvPr id="20" name="Csillag: 5 ágú 19">
              <a:extLst>
                <a:ext uri="{FF2B5EF4-FFF2-40B4-BE49-F238E27FC236}">
                  <a16:creationId xmlns:a16="http://schemas.microsoft.com/office/drawing/2014/main" id="{1FA182BC-EFEC-97A3-0A99-BA084DFCCDD6}"/>
                </a:ext>
              </a:extLst>
            </p:cNvPr>
            <p:cNvSpPr/>
            <p:nvPr/>
          </p:nvSpPr>
          <p:spPr>
            <a:xfrm>
              <a:off x="6984084" y="6274804"/>
              <a:ext cx="499620" cy="476302"/>
            </a:xfrm>
            <a:prstGeom prst="star5">
              <a:avLst/>
            </a:prstGeom>
            <a:solidFill>
              <a:srgbClr val="FFC0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347628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309</Words>
  <Application>Microsoft Office PowerPoint</Application>
  <PresentationFormat>Szélesvásznú</PresentationFormat>
  <Paragraphs>154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Axel Simiakis</dc:creator>
  <cp:lastModifiedBy>Axel Simiakis</cp:lastModifiedBy>
  <cp:revision>1</cp:revision>
  <dcterms:created xsi:type="dcterms:W3CDTF">2026-02-11T17:43:24Z</dcterms:created>
  <dcterms:modified xsi:type="dcterms:W3CDTF">2026-02-13T08:00:50Z</dcterms:modified>
</cp:coreProperties>
</file>