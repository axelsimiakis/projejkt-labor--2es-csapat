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8" r:id="rId3"/>
    <p:sldId id="261" r:id="rId4"/>
    <p:sldId id="264" r:id="rId5"/>
    <p:sldId id="262" r:id="rId6"/>
    <p:sldId id="263" r:id="rId7"/>
    <p:sldId id="265" r:id="rId8"/>
    <p:sldId id="257" r:id="rId9"/>
    <p:sldId id="259" r:id="rId10"/>
    <p:sldId id="260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el Simiakis" userId="a3a10e4bda652fc6" providerId="LiveId" clId="{873AC21E-F672-4393-96BF-6E18A110DEF3}"/>
    <pc:docChg chg="undo custSel modSld">
      <pc:chgData name="Axel Simiakis" userId="a3a10e4bda652fc6" providerId="LiveId" clId="{873AC21E-F672-4393-96BF-6E18A110DEF3}" dt="2026-03-17T16:55:00.235" v="421" actId="20577"/>
      <pc:docMkLst>
        <pc:docMk/>
      </pc:docMkLst>
      <pc:sldChg chg="modSp mod">
        <pc:chgData name="Axel Simiakis" userId="a3a10e4bda652fc6" providerId="LiveId" clId="{873AC21E-F672-4393-96BF-6E18A110DEF3}" dt="2026-03-17T16:37:21.249" v="365" actId="1076"/>
        <pc:sldMkLst>
          <pc:docMk/>
          <pc:sldMk cId="3096124709" sldId="256"/>
        </pc:sldMkLst>
        <pc:spChg chg="mod">
          <ac:chgData name="Axel Simiakis" userId="a3a10e4bda652fc6" providerId="LiveId" clId="{873AC21E-F672-4393-96BF-6E18A110DEF3}" dt="2026-03-17T16:21:50.019" v="22" actId="20577"/>
          <ac:spMkLst>
            <pc:docMk/>
            <pc:sldMk cId="3096124709" sldId="256"/>
            <ac:spMk id="7" creationId="{E7722D4C-EB42-C327-314E-DBA056475754}"/>
          </ac:spMkLst>
        </pc:spChg>
        <pc:picChg chg="mod">
          <ac:chgData name="Axel Simiakis" userId="a3a10e4bda652fc6" providerId="LiveId" clId="{873AC21E-F672-4393-96BF-6E18A110DEF3}" dt="2026-03-17T16:37:21.249" v="365" actId="1076"/>
          <ac:picMkLst>
            <pc:docMk/>
            <pc:sldMk cId="3096124709" sldId="256"/>
            <ac:picMk id="9" creationId="{AC44DFF5-263B-9205-A0A5-AD4E6379AF5B}"/>
          </ac:picMkLst>
        </pc:picChg>
      </pc:sldChg>
      <pc:sldChg chg="modSp mod">
        <pc:chgData name="Axel Simiakis" userId="a3a10e4bda652fc6" providerId="LiveId" clId="{873AC21E-F672-4393-96BF-6E18A110DEF3}" dt="2026-03-17T16:27:55.198" v="174" actId="20577"/>
        <pc:sldMkLst>
          <pc:docMk/>
          <pc:sldMk cId="1332301333" sldId="259"/>
        </pc:sldMkLst>
        <pc:spChg chg="mod">
          <ac:chgData name="Axel Simiakis" userId="a3a10e4bda652fc6" providerId="LiveId" clId="{873AC21E-F672-4393-96BF-6E18A110DEF3}" dt="2026-03-17T16:27:38.120" v="169" actId="1076"/>
          <ac:spMkLst>
            <pc:docMk/>
            <pc:sldMk cId="1332301333" sldId="259"/>
            <ac:spMk id="2" creationId="{E62DFC85-B519-2839-953E-6BD8DE4F7FF4}"/>
          </ac:spMkLst>
        </pc:spChg>
        <pc:spChg chg="mod">
          <ac:chgData name="Axel Simiakis" userId="a3a10e4bda652fc6" providerId="LiveId" clId="{873AC21E-F672-4393-96BF-6E18A110DEF3}" dt="2026-03-17T16:27:42.133" v="170" actId="1076"/>
          <ac:spMkLst>
            <pc:docMk/>
            <pc:sldMk cId="1332301333" sldId="259"/>
            <ac:spMk id="3" creationId="{9ED57E29-54F7-B46B-C783-AEBDE5D57105}"/>
          </ac:spMkLst>
        </pc:spChg>
        <pc:spChg chg="mod">
          <ac:chgData name="Axel Simiakis" userId="a3a10e4bda652fc6" providerId="LiveId" clId="{873AC21E-F672-4393-96BF-6E18A110DEF3}" dt="2026-03-17T16:27:55.198" v="174" actId="20577"/>
          <ac:spMkLst>
            <pc:docMk/>
            <pc:sldMk cId="1332301333" sldId="259"/>
            <ac:spMk id="7" creationId="{67B0F025-6289-9BE5-D8FD-C172CF9680B9}"/>
          </ac:spMkLst>
        </pc:spChg>
      </pc:sldChg>
      <pc:sldChg chg="modSp mod">
        <pc:chgData name="Axel Simiakis" userId="a3a10e4bda652fc6" providerId="LiveId" clId="{873AC21E-F672-4393-96BF-6E18A110DEF3}" dt="2026-03-17T16:37:02.381" v="363" actId="20577"/>
        <pc:sldMkLst>
          <pc:docMk/>
          <pc:sldMk cId="3205812461" sldId="262"/>
        </pc:sldMkLst>
        <pc:spChg chg="mod">
          <ac:chgData name="Axel Simiakis" userId="a3a10e4bda652fc6" providerId="LiveId" clId="{873AC21E-F672-4393-96BF-6E18A110DEF3}" dt="2026-03-17T16:37:02.381" v="363" actId="20577"/>
          <ac:spMkLst>
            <pc:docMk/>
            <pc:sldMk cId="3205812461" sldId="262"/>
            <ac:spMk id="3" creationId="{B3745585-2286-964B-62D0-4DE77172AE46}"/>
          </ac:spMkLst>
        </pc:spChg>
      </pc:sldChg>
      <pc:sldChg chg="addSp delSp modSp mod">
        <pc:chgData name="Axel Simiakis" userId="a3a10e4bda652fc6" providerId="LiveId" clId="{873AC21E-F672-4393-96BF-6E18A110DEF3}" dt="2026-03-17T16:36:09.003" v="338" actId="14100"/>
        <pc:sldMkLst>
          <pc:docMk/>
          <pc:sldMk cId="3377140834" sldId="263"/>
        </pc:sldMkLst>
        <pc:picChg chg="del">
          <ac:chgData name="Axel Simiakis" userId="a3a10e4bda652fc6" providerId="LiveId" clId="{873AC21E-F672-4393-96BF-6E18A110DEF3}" dt="2026-03-17T16:25:55.494" v="139" actId="478"/>
          <ac:picMkLst>
            <pc:docMk/>
            <pc:sldMk cId="3377140834" sldId="263"/>
            <ac:picMk id="4" creationId="{83F04081-1CA1-F67B-B908-9D7CD3B525CD}"/>
          </ac:picMkLst>
        </pc:picChg>
        <pc:picChg chg="add mod">
          <ac:chgData name="Axel Simiakis" userId="a3a10e4bda652fc6" providerId="LiveId" clId="{873AC21E-F672-4393-96BF-6E18A110DEF3}" dt="2026-03-17T16:35:56.503" v="336" actId="1076"/>
          <ac:picMkLst>
            <pc:docMk/>
            <pc:sldMk cId="3377140834" sldId="263"/>
            <ac:picMk id="6" creationId="{5370CC77-636F-C2DF-7B3E-69B51E75959F}"/>
          </ac:picMkLst>
        </pc:picChg>
        <pc:picChg chg="add mod">
          <ac:chgData name="Axel Simiakis" userId="a3a10e4bda652fc6" providerId="LiveId" clId="{873AC21E-F672-4393-96BF-6E18A110DEF3}" dt="2026-03-17T16:36:09.003" v="338" actId="14100"/>
          <ac:picMkLst>
            <pc:docMk/>
            <pc:sldMk cId="3377140834" sldId="263"/>
            <ac:picMk id="8" creationId="{41921730-D125-B378-BD67-1247376C1751}"/>
          </ac:picMkLst>
        </pc:picChg>
      </pc:sldChg>
      <pc:sldChg chg="modSp mod">
        <pc:chgData name="Axel Simiakis" userId="a3a10e4bda652fc6" providerId="LiveId" clId="{873AC21E-F672-4393-96BF-6E18A110DEF3}" dt="2026-03-17T16:52:12.155" v="367" actId="20577"/>
        <pc:sldMkLst>
          <pc:docMk/>
          <pc:sldMk cId="3200738166" sldId="264"/>
        </pc:sldMkLst>
        <pc:spChg chg="mod">
          <ac:chgData name="Axel Simiakis" userId="a3a10e4bda652fc6" providerId="LiveId" clId="{873AC21E-F672-4393-96BF-6E18A110DEF3}" dt="2026-03-17T16:25:31.414" v="138" actId="1076"/>
          <ac:spMkLst>
            <pc:docMk/>
            <pc:sldMk cId="3200738166" sldId="264"/>
            <ac:spMk id="2" creationId="{49F42AEF-55C2-A67C-4524-CFDC3D316B66}"/>
          </ac:spMkLst>
        </pc:spChg>
        <pc:spChg chg="mod">
          <ac:chgData name="Axel Simiakis" userId="a3a10e4bda652fc6" providerId="LiveId" clId="{873AC21E-F672-4393-96BF-6E18A110DEF3}" dt="2026-03-17T16:52:12.155" v="367" actId="20577"/>
          <ac:spMkLst>
            <pc:docMk/>
            <pc:sldMk cId="3200738166" sldId="264"/>
            <ac:spMk id="3" creationId="{8D485831-949F-AE6A-5E05-89D2CBA9B629}"/>
          </ac:spMkLst>
        </pc:spChg>
      </pc:sldChg>
      <pc:sldChg chg="modSp mod">
        <pc:chgData name="Axel Simiakis" userId="a3a10e4bda652fc6" providerId="LiveId" clId="{873AC21E-F672-4393-96BF-6E18A110DEF3}" dt="2026-03-17T16:55:00.235" v="421" actId="20577"/>
        <pc:sldMkLst>
          <pc:docMk/>
          <pc:sldMk cId="1023122012" sldId="268"/>
        </pc:sldMkLst>
        <pc:spChg chg="mod">
          <ac:chgData name="Axel Simiakis" userId="a3a10e4bda652fc6" providerId="LiveId" clId="{873AC21E-F672-4393-96BF-6E18A110DEF3}" dt="2026-03-17T16:55:00.235" v="421" actId="20577"/>
          <ac:spMkLst>
            <pc:docMk/>
            <pc:sldMk cId="1023122012" sldId="268"/>
            <ac:spMk id="4" creationId="{EE5ADBA6-C85C-D99A-D329-0AD8324068A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5805F-627C-47A6-B574-2F8B895AD55B}" type="datetimeFigureOut">
              <a:rPr lang="hu-HU" smtClean="0"/>
              <a:t>2026. 03. 17.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D8820-F710-4962-B36B-97E6C6FA90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675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D82ED-E2A0-45EE-A900-5CECE35EE4C1}" type="datetime1">
              <a:rPr lang="hu-HU" smtClean="0"/>
              <a:t>2026. 03. 17.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0376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76DD4-A7BB-4079-AEEC-5FBA51A408DA}" type="datetime1">
              <a:rPr lang="hu-HU" smtClean="0"/>
              <a:t>2026. 03. 17.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3060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FC853-3349-4B4E-84C4-C3BF00A7AAC2}" type="datetime1">
              <a:rPr lang="hu-HU" smtClean="0"/>
              <a:t>2026. 03. 17.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40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E44D6-DB11-4FCF-878D-9092708D23C5}" type="datetime1">
              <a:rPr lang="hu-HU" smtClean="0"/>
              <a:t>2026. 03. 17.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7417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0FFF-3DF9-4D9B-95C3-CFDF014AB823}" type="datetime1">
              <a:rPr lang="hu-HU" smtClean="0"/>
              <a:t>2026. 03. 17.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2714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FAF9-A3F5-4DBB-8DBB-8A5F28327910}" type="datetime1">
              <a:rPr lang="hu-HU" smtClean="0"/>
              <a:t>2026. 03. 17.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1430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1A0C-302F-44D3-82DC-99E72D48604C}" type="datetime1">
              <a:rPr lang="hu-HU" smtClean="0"/>
              <a:t>2026. 03. 17.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8697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2C03-DB76-481B-ABD3-91CCE81FF506}" type="datetime1">
              <a:rPr lang="hu-HU" smtClean="0"/>
              <a:t>2026. 03. 17.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1324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03DE-CC12-4DB5-A5E9-977C12F709F6}" type="datetime1">
              <a:rPr lang="hu-HU" smtClean="0"/>
              <a:t>2026. 03. 17.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734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EFDDA-06F0-40F6-BBAA-547CF71445E8}" type="datetime1">
              <a:rPr lang="hu-HU" smtClean="0"/>
              <a:t>2026. 03. 17.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5998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A2B3-36A7-44FB-B0A4-C0BBC2612B71}" type="datetime1">
              <a:rPr lang="hu-HU" smtClean="0"/>
              <a:t>2026. 03. 17.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48959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F164-BA85-4EF3-A7AB-8BDCDBF46403}" type="datetime1">
              <a:rPr lang="hu-HU" smtClean="0"/>
              <a:t>2026. 03. 17.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3089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90C1-290E-4EAB-871A-D8CA8D595E01}" type="datetime1">
              <a:rPr lang="hu-HU" smtClean="0"/>
              <a:t>2026. 03. 17.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7572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5B85-E8E4-4D30-A7F9-CE5F1B588490}" type="datetime1">
              <a:rPr lang="hu-HU" smtClean="0"/>
              <a:t>2026. 03. 17.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1535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09BF1-0D5D-4E86-A10E-92E09AC81F1B}" type="datetime1">
              <a:rPr lang="hu-HU" smtClean="0"/>
              <a:t>2026. 03. 17.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7053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0C23-D069-4702-BAD9-16497FF498C0}" type="datetime1">
              <a:rPr lang="hu-HU" smtClean="0"/>
              <a:t>2026. 03. 17.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2583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D4D4-0FEA-4547-B8BA-D86AA459B1A5}" type="datetime1">
              <a:rPr lang="hu-HU" smtClean="0"/>
              <a:t>2026. 03. 17.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8515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D83A346-10E5-4A1C-B743-83D1BBD2D93B}" type="datetime1">
              <a:rPr lang="hu-HU" smtClean="0"/>
              <a:t>2026. 03. 17.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55863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DB6DEC-F69A-31B5-09E9-ED4CA24886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6767"/>
            <a:ext cx="9144000" cy="1002433"/>
          </a:xfrm>
        </p:spPr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PÓTKOCSIPONT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E7722D4C-EB42-C327-314E-DBA056475754}"/>
              </a:ext>
            </a:extLst>
          </p:cNvPr>
          <p:cNvSpPr txBox="1"/>
          <p:nvPr/>
        </p:nvSpPr>
        <p:spPr>
          <a:xfrm>
            <a:off x="0" y="1219200"/>
            <a:ext cx="6886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latin typeface="Arial Black" panose="020B0A04020102020204" pitchFamily="34" charset="0"/>
              </a:rPr>
              <a:t>Asztali utánfutó alkalmazás</a:t>
            </a:r>
          </a:p>
          <a:p>
            <a:pPr lvl="1"/>
            <a:r>
              <a:rPr lang="hu-HU" sz="2000" dirty="0">
                <a:latin typeface="Arial Black" panose="020B0A04020102020204" pitchFamily="34" charset="0"/>
              </a:rPr>
              <a:t>Python 3.13 + PySide6 + </a:t>
            </a:r>
            <a:r>
              <a:rPr lang="hu-HU" sz="2000" dirty="0" err="1">
                <a:latin typeface="Arial Black" panose="020B0A04020102020204" pitchFamily="34" charset="0"/>
              </a:rPr>
              <a:t>SQLAlchemy</a:t>
            </a:r>
            <a:endParaRPr lang="hu-HU" sz="2000" dirty="0">
              <a:latin typeface="Arial Black" panose="020B0A04020102020204" pitchFamily="34" charset="0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AC44DFF5-263B-9205-A0A5-AD4E6379A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2" y="2309352"/>
            <a:ext cx="8352148" cy="4331881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BA5AB37F-BDFE-622E-5A14-F717F280BA15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01/13</a:t>
            </a:r>
          </a:p>
        </p:txBody>
      </p:sp>
    </p:spTree>
    <p:extLst>
      <p:ext uri="{BB962C8B-B14F-4D97-AF65-F5344CB8AC3E}">
        <p14:creationId xmlns:p14="http://schemas.microsoft.com/office/powerpoint/2010/main" val="3096124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BE03-38C2-DA84-0DB3-3491C0972F75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6377233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dirty="0">
                <a:latin typeface="Arial Black" panose="020B0A04020102020204" pitchFamily="34" charset="0"/>
              </a:rPr>
              <a:t>Projekt Célja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A2A87-346C-2EF2-C781-ECA6EAEDDA93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6377233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dirty="0">
                <a:latin typeface="Arial Black" panose="020B0A04020102020204" pitchFamily="34" charset="0"/>
              </a:rPr>
              <a:t>Modern asztali bérlő rendszer fejlesztése</a:t>
            </a:r>
          </a:p>
          <a:p>
            <a:pPr lvl="1"/>
            <a:r>
              <a:rPr lang="hu-HU" dirty="0">
                <a:latin typeface="Arial Black" panose="020B0A04020102020204" pitchFamily="34" charset="0"/>
              </a:rPr>
              <a:t>Biztonságos hitelesítés</a:t>
            </a:r>
          </a:p>
          <a:p>
            <a:pPr lvl="1"/>
            <a:r>
              <a:rPr lang="hu-HU" dirty="0">
                <a:latin typeface="Arial Black" panose="020B0A04020102020204" pitchFamily="34" charset="0"/>
              </a:rPr>
              <a:t>Időintervallum alapú foglalás</a:t>
            </a:r>
          </a:p>
          <a:p>
            <a:pPr lvl="1"/>
            <a:r>
              <a:rPr lang="hu-HU" dirty="0">
                <a:latin typeface="Arial Black" panose="020B0A04020102020204" pitchFamily="34" charset="0"/>
              </a:rPr>
              <a:t>Skálázható architektúra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B70B915-F705-54D7-C9A2-E4F5DE1B3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375" y="2903457"/>
            <a:ext cx="7313425" cy="3679906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722527B5-953C-EA40-7C07-420219C10FF8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02/13</a:t>
            </a:r>
          </a:p>
        </p:txBody>
      </p:sp>
    </p:spTree>
    <p:extLst>
      <p:ext uri="{BB962C8B-B14F-4D97-AF65-F5344CB8AC3E}">
        <p14:creationId xmlns:p14="http://schemas.microsoft.com/office/powerpoint/2010/main" val="1926134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C493E-F5D2-C56F-0725-FA326F6480A7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903713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atin typeface="Arial Black" panose="020B0A04020102020204" pitchFamily="34" charset="0"/>
              </a:rPr>
              <a:t>Használt Technológiák</a:t>
            </a:r>
            <a:endParaRPr lang="hu-HU" dirty="0">
              <a:latin typeface="Arial Black" panose="020B0A04020102020204" pitchFamily="34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17FD13F-BDE4-C3CC-84F5-96299DBE2CB8}"/>
              </a:ext>
            </a:extLst>
          </p:cNvPr>
          <p:cNvSpPr txBox="1"/>
          <p:nvPr/>
        </p:nvSpPr>
        <p:spPr>
          <a:xfrm>
            <a:off x="457200" y="1178351"/>
            <a:ext cx="5005633" cy="2144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Python 3.13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Pyside6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hu-HU" sz="2000" dirty="0">
              <a:latin typeface="Arial Black" panose="020B0A04020102020204" pitchFamily="34" charset="0"/>
              <a:ea typeface="+mj-ea"/>
              <a:cs typeface="+mj-cs"/>
            </a:endParaRP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Adatbázis: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SQLAlchemy</a:t>
            </a:r>
            <a:endParaRPr lang="hu-HU" sz="2000" dirty="0"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1030" name="Picture 6" descr="Python SQLAlchemy">
            <a:extLst>
              <a:ext uri="{FF2B5EF4-FFF2-40B4-BE49-F238E27FC236}">
                <a16:creationId xmlns:a16="http://schemas.microsoft.com/office/drawing/2014/main" id="{DCB5C235-91B6-FA17-CAB3-B5A03725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697" y="1695553"/>
            <a:ext cx="3849720" cy="190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ython 3.13's Latest Features - AliTech">
            <a:extLst>
              <a:ext uri="{FF2B5EF4-FFF2-40B4-BE49-F238E27FC236}">
                <a16:creationId xmlns:a16="http://schemas.microsoft.com/office/drawing/2014/main" id="{96F0DFD1-F1AA-64AC-2E55-0BAE24F0F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330" y="2932522"/>
            <a:ext cx="2675641" cy="267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ySide6 Python GUI Course | nodeep777 ...">
            <a:extLst>
              <a:ext uri="{FF2B5EF4-FFF2-40B4-BE49-F238E27FC236}">
                <a16:creationId xmlns:a16="http://schemas.microsoft.com/office/drawing/2014/main" id="{4134770B-0E7A-818C-3A78-FC6BCF1F5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99" y="4102786"/>
            <a:ext cx="4264850" cy="248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712A88F8-455D-3050-404F-7E882A3EB67F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03/13</a:t>
            </a:r>
          </a:p>
        </p:txBody>
      </p:sp>
    </p:spTree>
    <p:extLst>
      <p:ext uri="{BB962C8B-B14F-4D97-AF65-F5344CB8AC3E}">
        <p14:creationId xmlns:p14="http://schemas.microsoft.com/office/powerpoint/2010/main" val="3537513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42AEF-55C2-A67C-4524-CFDC3D316B66}"/>
              </a:ext>
            </a:extLst>
          </p:cNvPr>
          <p:cNvSpPr txBox="1">
            <a:spLocks/>
          </p:cNvSpPr>
          <p:nvPr/>
        </p:nvSpPr>
        <p:spPr>
          <a:xfrm>
            <a:off x="0" y="490194"/>
            <a:ext cx="4378751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dirty="0">
                <a:latin typeface="Arial Black" panose="020B0A04020102020204" pitchFamily="34" charset="0"/>
              </a:rPr>
              <a:t>Architektúra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85831-949F-AE6A-5E05-89D2CBA9B629}"/>
              </a:ext>
            </a:extLst>
          </p:cNvPr>
          <p:cNvSpPr txBox="1">
            <a:spLocks/>
          </p:cNvSpPr>
          <p:nvPr/>
        </p:nvSpPr>
        <p:spPr>
          <a:xfrm>
            <a:off x="-42421" y="1166018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dirty="0">
                <a:latin typeface="Arial Black" panose="020B0A04020102020204" pitchFamily="34" charset="0"/>
              </a:rPr>
              <a:t>MVVM-szerű felépítés</a:t>
            </a:r>
          </a:p>
          <a:p>
            <a:pPr lvl="1"/>
            <a:r>
              <a:rPr lang="hu-HU" dirty="0">
                <a:latin typeface="Arial Black" panose="020B0A04020102020204" pitchFamily="34" charset="0"/>
              </a:rPr>
              <a:t>UI Mappa</a:t>
            </a:r>
          </a:p>
          <a:p>
            <a:pPr lvl="1"/>
            <a:r>
              <a:rPr lang="hu-HU" dirty="0" err="1">
                <a:latin typeface="Arial Black" panose="020B0A04020102020204" pitchFamily="34" charset="0"/>
              </a:rPr>
              <a:t>View</a:t>
            </a:r>
            <a:r>
              <a:rPr lang="hu-HU" dirty="0">
                <a:latin typeface="Arial Black" panose="020B0A04020102020204" pitchFamily="34" charset="0"/>
              </a:rPr>
              <a:t> mappában oldalak</a:t>
            </a:r>
          </a:p>
          <a:p>
            <a:pPr lvl="1"/>
            <a:r>
              <a:rPr lang="hu-HU" dirty="0" err="1">
                <a:latin typeface="Arial Black" panose="020B0A04020102020204" pitchFamily="34" charset="0"/>
              </a:rPr>
              <a:t>ViewModel</a:t>
            </a:r>
            <a:r>
              <a:rPr lang="hu-HU" dirty="0">
                <a:latin typeface="Arial Black" panose="020B0A04020102020204" pitchFamily="34" charset="0"/>
              </a:rPr>
              <a:t> (üzleti logika)</a:t>
            </a:r>
          </a:p>
          <a:p>
            <a:pPr lvl="1"/>
            <a:r>
              <a:rPr lang="hu-HU" dirty="0" err="1">
                <a:latin typeface="Arial Black" panose="020B0A04020102020204" pitchFamily="34" charset="0"/>
              </a:rPr>
              <a:t>Models</a:t>
            </a:r>
            <a:r>
              <a:rPr lang="hu-HU" dirty="0">
                <a:latin typeface="Arial Black" panose="020B0A04020102020204" pitchFamily="34" charset="0"/>
              </a:rPr>
              <a:t> (ORM)</a:t>
            </a:r>
          </a:p>
          <a:p>
            <a:pPr lvl="1"/>
            <a:r>
              <a:rPr lang="hu-HU" dirty="0" err="1">
                <a:latin typeface="Arial Black" panose="020B0A04020102020204" pitchFamily="34" charset="0"/>
              </a:rPr>
              <a:t>SQLAlchemy</a:t>
            </a:r>
            <a:endParaRPr lang="hu-HU" dirty="0">
              <a:latin typeface="Arial Black" panose="020B0A04020102020204" pitchFamily="34" charset="0"/>
            </a:endParaRPr>
          </a:p>
          <a:p>
            <a:pPr lvl="1"/>
            <a:r>
              <a:rPr lang="hu-HU" dirty="0">
                <a:latin typeface="Arial Black" panose="020B0A04020102020204" pitchFamily="34" charset="0"/>
              </a:rPr>
              <a:t>S</a:t>
            </a:r>
            <a:r>
              <a:rPr lang="hu-HU">
                <a:latin typeface="Arial Black" panose="020B0A04020102020204" pitchFamily="34" charset="0"/>
              </a:rPr>
              <a:t>eedben</a:t>
            </a:r>
            <a:r>
              <a:rPr lang="hu-HU" dirty="0">
                <a:latin typeface="Arial Black" panose="020B0A04020102020204" pitchFamily="34" charset="0"/>
              </a:rPr>
              <a:t> tesztadatok</a:t>
            </a:r>
          </a:p>
          <a:p>
            <a:pPr lvl="1"/>
            <a:r>
              <a:rPr lang="hu-HU" dirty="0">
                <a:latin typeface="Arial Black" panose="020B0A04020102020204" pitchFamily="34" charset="0"/>
              </a:rPr>
              <a:t>Session mappában jogosultságok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4E2CDFA-5F86-99F0-EFE1-9F1157D30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425" y="1417638"/>
            <a:ext cx="6031394" cy="4144176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ADC3103-C192-66BC-1E4E-16B354339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05" y="4722829"/>
            <a:ext cx="5233952" cy="1706724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F785A0B9-559F-854A-FAF1-0EAD1EF62FC9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04/13</a:t>
            </a:r>
          </a:p>
        </p:txBody>
      </p:sp>
    </p:spTree>
    <p:extLst>
      <p:ext uri="{BB962C8B-B14F-4D97-AF65-F5344CB8AC3E}">
        <p14:creationId xmlns:p14="http://schemas.microsoft.com/office/powerpoint/2010/main" val="3200738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2A4AD-DFE0-89EE-DE51-DD6172800B9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atin typeface="Arial Black" panose="020B0A04020102020204" pitchFamily="34" charset="0"/>
              </a:rPr>
              <a:t>Projekt Struktúra</a:t>
            </a:r>
            <a:endParaRPr lang="hu-HU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45585-2286-964B-62D0-4DE77172AE46}"/>
              </a:ext>
            </a:extLst>
          </p:cNvPr>
          <p:cNvSpPr txBox="1">
            <a:spLocks/>
          </p:cNvSpPr>
          <p:nvPr/>
        </p:nvSpPr>
        <p:spPr>
          <a:xfrm>
            <a:off x="391212" y="1307969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b="1" dirty="0"/>
              <a:t>app.py – navigáció és session kezelés</a:t>
            </a:r>
          </a:p>
          <a:p>
            <a:pPr lvl="1"/>
            <a:r>
              <a:rPr lang="hu-HU" b="1" dirty="0"/>
              <a:t>database.py – adatbázis kapcsolat generálódik</a:t>
            </a:r>
          </a:p>
          <a:p>
            <a:pPr lvl="1"/>
            <a:r>
              <a:rPr lang="hu-HU" b="1" dirty="0"/>
              <a:t>session_manager.py – login állapot</a:t>
            </a:r>
          </a:p>
          <a:p>
            <a:pPr lvl="1"/>
            <a:r>
              <a:rPr lang="hu-HU" b="1" dirty="0" err="1"/>
              <a:t>models</a:t>
            </a:r>
            <a:r>
              <a:rPr lang="hu-HU" b="1" dirty="0"/>
              <a:t>/ – ORM adatmodellek</a:t>
            </a:r>
          </a:p>
          <a:p>
            <a:pPr lvl="1"/>
            <a:r>
              <a:rPr lang="hu-HU" b="1" dirty="0" err="1"/>
              <a:t>viewmodels</a:t>
            </a:r>
            <a:r>
              <a:rPr lang="hu-HU" b="1" dirty="0"/>
              <a:t>/ – üzleti logika</a:t>
            </a:r>
          </a:p>
          <a:p>
            <a:pPr lvl="1"/>
            <a:r>
              <a:rPr lang="hu-HU" b="1" dirty="0"/>
              <a:t>UI Mappa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F040058-F838-F74D-6E11-25503FA4F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927" y="575833"/>
            <a:ext cx="2213240" cy="6099904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99B03A57-BD2D-8D09-1311-3B586578AAED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05/13</a:t>
            </a:r>
          </a:p>
        </p:txBody>
      </p:sp>
    </p:spTree>
    <p:extLst>
      <p:ext uri="{BB962C8B-B14F-4D97-AF65-F5344CB8AC3E}">
        <p14:creationId xmlns:p14="http://schemas.microsoft.com/office/powerpoint/2010/main" val="3205812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8C34C-0417-B014-28BC-1D5D113B19A9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atin typeface="Arial Black" panose="020B0A04020102020204" pitchFamily="34" charset="0"/>
              </a:rPr>
              <a:t>Adatbázis Modell</a:t>
            </a:r>
            <a:endParaRPr lang="hu-HU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5FC81-8C44-F7AE-0963-4FB901D8A3E5}"/>
              </a:ext>
            </a:extLst>
          </p:cNvPr>
          <p:cNvSpPr txBox="1">
            <a:spLocks/>
          </p:cNvSpPr>
          <p:nvPr/>
        </p:nvSpPr>
        <p:spPr>
          <a:xfrm>
            <a:off x="457200" y="1166018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>
                <a:latin typeface="Arial Black" panose="020B0A04020102020204" pitchFamily="34" charset="0"/>
              </a:rPr>
              <a:t>Users, Roles</a:t>
            </a:r>
          </a:p>
          <a:p>
            <a:pPr lvl="1"/>
            <a:r>
              <a:rPr lang="en-US">
                <a:latin typeface="Arial Black" panose="020B0A04020102020204" pitchFamily="34" charset="0"/>
              </a:rPr>
              <a:t>3 N forma</a:t>
            </a:r>
          </a:p>
          <a:p>
            <a:pPr lvl="1"/>
            <a:r>
              <a:rPr lang="en-US">
                <a:latin typeface="Arial Black" panose="020B0A04020102020204" pitchFamily="34" charset="0"/>
              </a:rPr>
              <a:t>TrailerTypes, Trailers</a:t>
            </a:r>
          </a:p>
          <a:p>
            <a:pPr lvl="1"/>
            <a:r>
              <a:rPr lang="en-US">
                <a:latin typeface="Arial Black" panose="020B0A04020102020204" pitchFamily="34" charset="0"/>
              </a:rPr>
              <a:t>Bookings</a:t>
            </a:r>
          </a:p>
          <a:p>
            <a:pPr lvl="1"/>
            <a:r>
              <a:rPr lang="en-US">
                <a:latin typeface="Arial Black" panose="020B0A04020102020204" pitchFamily="34" charset="0"/>
              </a:rPr>
              <a:t>Payments, Invoices</a:t>
            </a:r>
          </a:p>
          <a:p>
            <a:pPr lvl="1"/>
            <a:r>
              <a:rPr lang="en-US">
                <a:latin typeface="Arial Black" panose="020B0A04020102020204" pitchFamily="34" charset="0"/>
              </a:rPr>
              <a:t>PriceHistory, AuditLog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6075E00-32BE-BEC5-CB02-9AB34EF1CC3B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06/13</a:t>
            </a:r>
          </a:p>
        </p:txBody>
      </p:sp>
      <p:pic>
        <p:nvPicPr>
          <p:cNvPr id="6" name="Kép28">
            <a:extLst>
              <a:ext uri="{FF2B5EF4-FFF2-40B4-BE49-F238E27FC236}">
                <a16:creationId xmlns:a16="http://schemas.microsoft.com/office/drawing/2014/main" id="{5370CC77-636F-C2DF-7B3E-69B51E759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33822" y="1336142"/>
            <a:ext cx="3653663" cy="5354637"/>
          </a:xfrm>
          <a:prstGeom prst="rect">
            <a:avLst/>
          </a:prstGeom>
          <a:noFill/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41921730-D125-B378-BD67-1247376C1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83" y="3657417"/>
            <a:ext cx="4726475" cy="31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40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10EB-0A7A-3480-2EF2-CF55BEB281EB}"/>
              </a:ext>
            </a:extLst>
          </p:cNvPr>
          <p:cNvSpPr txBox="1">
            <a:spLocks/>
          </p:cNvSpPr>
          <p:nvPr/>
        </p:nvSpPr>
        <p:spPr>
          <a:xfrm>
            <a:off x="2474536" y="2857500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8000" dirty="0">
                <a:latin typeface="Arial Black" panose="020B0A04020102020204" pitchFamily="34" charset="0"/>
              </a:rPr>
              <a:t>Fő Funkciók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4190B698-3DBD-6227-5E1F-C7FF720AEBB6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07/13</a:t>
            </a:r>
          </a:p>
        </p:txBody>
      </p:sp>
    </p:spTree>
    <p:extLst>
      <p:ext uri="{BB962C8B-B14F-4D97-AF65-F5344CB8AC3E}">
        <p14:creationId xmlns:p14="http://schemas.microsoft.com/office/powerpoint/2010/main" val="3935008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A62FD69D-2EC3-867D-0F64-16C1ED8E11C2}"/>
              </a:ext>
            </a:extLst>
          </p:cNvPr>
          <p:cNvSpPr txBox="1"/>
          <p:nvPr/>
        </p:nvSpPr>
        <p:spPr>
          <a:xfrm>
            <a:off x="169681" y="443060"/>
            <a:ext cx="66930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200" dirty="0">
                <a:latin typeface="Arial Black" panose="020B0A04020102020204" pitchFamily="34" charset="0"/>
              </a:rPr>
              <a:t>Javítások: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03EEFCE-078B-0345-7F99-11CB26E3FCD1}"/>
              </a:ext>
            </a:extLst>
          </p:cNvPr>
          <p:cNvSpPr txBox="1"/>
          <p:nvPr/>
        </p:nvSpPr>
        <p:spPr>
          <a:xfrm>
            <a:off x="1" y="1574276"/>
            <a:ext cx="4006392" cy="2811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Belépés és felhasználó adatainak módosításai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Sikeres bejelentkezés és regisztráció után is látható a visszajelzés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</a:rPr>
              <a:t>Ha képet </a:t>
            </a:r>
            <a:r>
              <a:rPr lang="en-US" sz="2000" dirty="0" err="1">
                <a:latin typeface="Arial Black" panose="020B0A04020102020204" pitchFamily="34" charset="0"/>
              </a:rPr>
              <a:t>mentünk</a:t>
            </a:r>
            <a:r>
              <a:rPr lang="en-US" sz="2000" dirty="0">
                <a:latin typeface="Arial Black" panose="020B0A04020102020204" pitchFamily="34" charset="0"/>
              </a:rPr>
              <a:t> </a:t>
            </a:r>
            <a:r>
              <a:rPr lang="en-US" sz="2000" dirty="0" err="1">
                <a:latin typeface="Arial Black" panose="020B0A04020102020204" pitchFamily="34" charset="0"/>
              </a:rPr>
              <a:t>ott</a:t>
            </a:r>
            <a:r>
              <a:rPr lang="en-US" sz="2000" dirty="0">
                <a:latin typeface="Arial Black" panose="020B0A04020102020204" pitchFamily="34" charset="0"/>
              </a:rPr>
              <a:t> </a:t>
            </a:r>
            <a:r>
              <a:rPr lang="en-US" sz="2000" dirty="0" err="1">
                <a:latin typeface="Arial Black" panose="020B0A04020102020204" pitchFamily="34" charset="0"/>
              </a:rPr>
              <a:t>akkor</a:t>
            </a:r>
            <a:r>
              <a:rPr lang="en-US" sz="2000" dirty="0">
                <a:latin typeface="Arial Black" panose="020B0A04020102020204" pitchFamily="34" charset="0"/>
              </a:rPr>
              <a:t> a </a:t>
            </a:r>
            <a:r>
              <a:rPr lang="en-US" sz="2000" dirty="0" err="1">
                <a:latin typeface="Arial Black" panose="020B0A04020102020204" pitchFamily="34" charset="0"/>
              </a:rPr>
              <a:t>kiválasztással</a:t>
            </a:r>
            <a:r>
              <a:rPr lang="en-US" sz="2000" dirty="0">
                <a:latin typeface="Arial Black" panose="020B0A04020102020204" pitchFamily="34" charset="0"/>
              </a:rPr>
              <a:t> </a:t>
            </a:r>
            <a:r>
              <a:rPr lang="en-US" sz="2000" dirty="0" err="1">
                <a:latin typeface="Arial Black" panose="020B0A04020102020204" pitchFamily="34" charset="0"/>
              </a:rPr>
              <a:t>mentve</a:t>
            </a:r>
            <a:r>
              <a:rPr lang="en-US" sz="2000" dirty="0">
                <a:latin typeface="Arial Black" panose="020B0A04020102020204" pitchFamily="34" charset="0"/>
              </a:rPr>
              <a:t> is</a:t>
            </a:r>
            <a:r>
              <a:rPr lang="hu-HU" sz="2000" dirty="0">
                <a:latin typeface="Arial Black" panose="020B0A04020102020204" pitchFamily="34" charset="0"/>
              </a:rPr>
              <a:t> van</a:t>
            </a:r>
            <a:endParaRPr lang="hu-HU" sz="2000" dirty="0"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11606FCB-7508-F31D-B0F3-231682A85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356" y="4072298"/>
            <a:ext cx="5505253" cy="2684915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DDDF6B00-D4E3-33F2-AFB6-C65CB6391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712" y="2594923"/>
            <a:ext cx="5046483" cy="2490336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D6A8CEF6-098E-B8D5-47A4-670127868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816" y="208796"/>
            <a:ext cx="4721883" cy="2274233"/>
          </a:xfrm>
          <a:prstGeom prst="rect">
            <a:avLst/>
          </a:prstGeom>
        </p:spPr>
      </p:pic>
      <p:sp>
        <p:nvSpPr>
          <p:cNvPr id="16" name="Szövegdoboz 15">
            <a:extLst>
              <a:ext uri="{FF2B5EF4-FFF2-40B4-BE49-F238E27FC236}">
                <a16:creationId xmlns:a16="http://schemas.microsoft.com/office/drawing/2014/main" id="{F618D35D-1A4A-B026-9BB7-CBC7BFF638F8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08/13</a:t>
            </a:r>
          </a:p>
        </p:txBody>
      </p:sp>
    </p:spTree>
    <p:extLst>
      <p:ext uri="{BB962C8B-B14F-4D97-AF65-F5344CB8AC3E}">
        <p14:creationId xmlns:p14="http://schemas.microsoft.com/office/powerpoint/2010/main" val="484064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E62DFC85-B519-2839-953E-6BD8DE4F7FF4}"/>
              </a:ext>
            </a:extLst>
          </p:cNvPr>
          <p:cNvSpPr txBox="1"/>
          <p:nvPr/>
        </p:nvSpPr>
        <p:spPr>
          <a:xfrm>
            <a:off x="377072" y="120862"/>
            <a:ext cx="41760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200" dirty="0">
                <a:latin typeface="Arial Black" panose="020B0A04020102020204" pitchFamily="34" charset="0"/>
              </a:rPr>
              <a:t>Újítások: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9ED57E29-54F7-B46B-C783-AEBDE5D57105}"/>
              </a:ext>
            </a:extLst>
          </p:cNvPr>
          <p:cNvSpPr txBox="1"/>
          <p:nvPr/>
        </p:nvSpPr>
        <p:spPr>
          <a:xfrm>
            <a:off x="188951" y="884656"/>
            <a:ext cx="4364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Tudjuk már </a:t>
            </a: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megjeleniteni</a:t>
            </a: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 az utánfutókat foglalni a naptárban csak </a:t>
            </a: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bejelenkezett</a:t>
            </a: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 állapotban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835B804-0205-35A9-3541-EE6FD0EFF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267" y="1977445"/>
            <a:ext cx="7554428" cy="3856627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67B0F025-6289-9BE5-D8FD-C172CF9680B9}"/>
              </a:ext>
            </a:extLst>
          </p:cNvPr>
          <p:cNvSpPr txBox="1"/>
          <p:nvPr/>
        </p:nvSpPr>
        <p:spPr>
          <a:xfrm>
            <a:off x="188951" y="2244185"/>
            <a:ext cx="4176074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Vendégként látjuk a </a:t>
            </a: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foglaltságot</a:t>
            </a:r>
            <a:endParaRPr lang="hu-HU" sz="2000" dirty="0">
              <a:latin typeface="Arial Black" panose="020B0A04020102020204" pitchFamily="34" charset="0"/>
              <a:ea typeface="+mj-ea"/>
              <a:cs typeface="+mj-cs"/>
            </a:endParaRP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Bejelentkezett állapotban tudunk foglalni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792AA88E-31CC-0AB7-0D92-D9C8E2D0E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51" y="3962603"/>
            <a:ext cx="5565510" cy="2825379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89C585DF-20FA-300F-BB22-6C77F701E424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09/13</a:t>
            </a:r>
          </a:p>
        </p:txBody>
      </p:sp>
    </p:spTree>
    <p:extLst>
      <p:ext uri="{BB962C8B-B14F-4D97-AF65-F5344CB8AC3E}">
        <p14:creationId xmlns:p14="http://schemas.microsoft.com/office/powerpoint/2010/main" val="133230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7EB96-0C1E-C286-97B4-AEED2383115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atin typeface="Arial Black" panose="020B0A04020102020204" pitchFamily="34" charset="0"/>
              </a:rPr>
              <a:t>Foglalási Logika</a:t>
            </a:r>
            <a:endParaRPr lang="hu-HU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0A975-DA11-1804-BE34-032AF7E77CC3}"/>
              </a:ext>
            </a:extLst>
          </p:cNvPr>
          <p:cNvSpPr txBox="1">
            <a:spLocks/>
          </p:cNvSpPr>
          <p:nvPr/>
        </p:nvSpPr>
        <p:spPr>
          <a:xfrm>
            <a:off x="457200" y="1600201"/>
            <a:ext cx="8229600" cy="196313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>
                <a:latin typeface="Arial Black" panose="020B0A04020102020204" pitchFamily="34" charset="0"/>
              </a:rPr>
              <a:t>start_datetime – end_datetime alapú rendszer</a:t>
            </a:r>
          </a:p>
          <a:p>
            <a:pPr lvl="1"/>
            <a:r>
              <a:rPr lang="hu-HU">
                <a:latin typeface="Arial Black" panose="020B0A04020102020204" pitchFamily="34" charset="0"/>
              </a:rPr>
              <a:t>Ütközés ellenőrzés időintervallum alapján</a:t>
            </a:r>
          </a:p>
          <a:p>
            <a:pPr lvl="1"/>
            <a:r>
              <a:rPr lang="hu-HU">
                <a:latin typeface="Arial Black" panose="020B0A04020102020204" pitchFamily="34" charset="0"/>
              </a:rPr>
              <a:t>Több foglalás lehetséges egy felhasználónak</a:t>
            </a:r>
            <a:endParaRPr lang="hu-HU" dirty="0">
              <a:latin typeface="Arial Black" panose="020B0A04020102020204" pitchFamily="34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87B0561-9A6B-FE32-9DA8-824E23633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239" y="2816377"/>
            <a:ext cx="7730533" cy="3924472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DACA7DD0-D038-8BE4-5A70-B914CF68BAA1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10/13</a:t>
            </a:r>
          </a:p>
        </p:txBody>
      </p:sp>
    </p:spTree>
    <p:extLst>
      <p:ext uri="{BB962C8B-B14F-4D97-AF65-F5344CB8AC3E}">
        <p14:creationId xmlns:p14="http://schemas.microsoft.com/office/powerpoint/2010/main" val="584668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48893-95BF-5C49-572D-08143D8503AA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atin typeface="Arial Black" panose="020B0A04020102020204" pitchFamily="34" charset="0"/>
              </a:rPr>
              <a:t>Biztonság és Stabilitás</a:t>
            </a:r>
            <a:endParaRPr lang="hu-HU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C137E-0F37-15BE-5211-A2D5B1B60EC4}"/>
              </a:ext>
            </a:extLst>
          </p:cNvPr>
          <p:cNvSpPr txBox="1">
            <a:spLocks/>
          </p:cNvSpPr>
          <p:nvPr/>
        </p:nvSpPr>
        <p:spPr>
          <a:xfrm>
            <a:off x="457200" y="1166018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dirty="0">
                <a:latin typeface="Arial Black" panose="020B0A04020102020204" pitchFamily="34" charset="0"/>
              </a:rPr>
              <a:t>Jelszó </a:t>
            </a:r>
            <a:r>
              <a:rPr lang="hu-HU" dirty="0" err="1">
                <a:latin typeface="Arial Black" panose="020B0A04020102020204" pitchFamily="34" charset="0"/>
              </a:rPr>
              <a:t>hash-elés</a:t>
            </a:r>
            <a:endParaRPr lang="hu-HU" dirty="0">
              <a:latin typeface="Arial Black" panose="020B0A04020102020204" pitchFamily="34" charset="0"/>
            </a:endParaRPr>
          </a:p>
          <a:p>
            <a:pPr lvl="1"/>
            <a:r>
              <a:rPr lang="hu-HU" dirty="0">
                <a:latin typeface="Arial Black" panose="020B0A04020102020204" pitchFamily="34" charset="0"/>
              </a:rPr>
              <a:t>Email </a:t>
            </a:r>
            <a:r>
              <a:rPr lang="hu-HU" dirty="0" err="1">
                <a:latin typeface="Arial Black" panose="020B0A04020102020204" pitchFamily="34" charset="0"/>
              </a:rPr>
              <a:t>unique</a:t>
            </a:r>
            <a:r>
              <a:rPr lang="hu-HU" dirty="0">
                <a:latin typeface="Arial Black" panose="020B0A04020102020204" pitchFamily="34" charset="0"/>
              </a:rPr>
              <a:t> </a:t>
            </a:r>
            <a:r>
              <a:rPr lang="hu-HU" dirty="0" err="1">
                <a:latin typeface="Arial Black" panose="020B0A04020102020204" pitchFamily="34" charset="0"/>
              </a:rPr>
              <a:t>constraint</a:t>
            </a:r>
            <a:endParaRPr lang="hu-HU" dirty="0">
              <a:latin typeface="Arial Black" panose="020B0A04020102020204" pitchFamily="34" charset="0"/>
            </a:endParaRPr>
          </a:p>
          <a:p>
            <a:pPr lvl="1"/>
            <a:r>
              <a:rPr lang="hu-HU" dirty="0">
                <a:latin typeface="Arial Black" panose="020B0A04020102020204" pitchFamily="34" charset="0"/>
              </a:rPr>
              <a:t>Session alapú hitelesítés</a:t>
            </a:r>
          </a:p>
          <a:p>
            <a:pPr lvl="1"/>
            <a:r>
              <a:rPr lang="hu-HU" dirty="0" err="1">
                <a:latin typeface="Arial Black" panose="020B0A04020102020204" pitchFamily="34" charset="0"/>
              </a:rPr>
              <a:t>Soft</a:t>
            </a:r>
            <a:r>
              <a:rPr lang="hu-HU" dirty="0">
                <a:latin typeface="Arial Black" panose="020B0A04020102020204" pitchFamily="34" charset="0"/>
              </a:rPr>
              <a:t> </a:t>
            </a:r>
            <a:r>
              <a:rPr lang="hu-HU" dirty="0" err="1">
                <a:latin typeface="Arial Black" panose="020B0A04020102020204" pitchFamily="34" charset="0"/>
              </a:rPr>
              <a:t>delete</a:t>
            </a:r>
            <a:r>
              <a:rPr lang="hu-HU" dirty="0">
                <a:latin typeface="Arial Black" panose="020B0A04020102020204" pitchFamily="34" charset="0"/>
              </a:rPr>
              <a:t> támogatás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B13198C-DE31-1095-E4B9-9A1AC986B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511" y="2918004"/>
            <a:ext cx="7052454" cy="3665357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B729AB30-7056-C1D9-43D1-794EEBD6C990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11/13</a:t>
            </a:r>
          </a:p>
        </p:txBody>
      </p:sp>
    </p:spTree>
    <p:extLst>
      <p:ext uri="{BB962C8B-B14F-4D97-AF65-F5344CB8AC3E}">
        <p14:creationId xmlns:p14="http://schemas.microsoft.com/office/powerpoint/2010/main" val="2029977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EA734486-B52F-6225-5D65-7F9C0A5F47EA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12/13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083E92D-D982-10BE-BBD0-2B97C07106F4}"/>
              </a:ext>
            </a:extLst>
          </p:cNvPr>
          <p:cNvSpPr txBox="1"/>
          <p:nvPr/>
        </p:nvSpPr>
        <p:spPr>
          <a:xfrm>
            <a:off x="377072" y="697584"/>
            <a:ext cx="52978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200" dirty="0">
                <a:latin typeface="Arial Black" panose="020B0A04020102020204" pitchFamily="34" charset="0"/>
              </a:rPr>
              <a:t>További tervek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E5ADBA6-C85C-D99A-D329-0AD8324068A6}"/>
              </a:ext>
            </a:extLst>
          </p:cNvPr>
          <p:cNvSpPr txBox="1"/>
          <p:nvPr/>
        </p:nvSpPr>
        <p:spPr>
          <a:xfrm>
            <a:off x="377072" y="1555423"/>
            <a:ext cx="6834433" cy="2451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Regisztrációban felhasználói hibák kivédése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Kedvencek kijelölése és listázása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Kosár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Alkalmazott és </a:t>
            </a: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admin</a:t>
            </a: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 felület – ügyintézői foglalás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Admin</a:t>
            </a: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 részére való statisztika</a:t>
            </a:r>
          </a:p>
        </p:txBody>
      </p:sp>
    </p:spTree>
    <p:extLst>
      <p:ext uri="{BB962C8B-B14F-4D97-AF65-F5344CB8AC3E}">
        <p14:creationId xmlns:p14="http://schemas.microsoft.com/office/powerpoint/2010/main" val="1023122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5C02C77A-FAAA-01A9-3564-DD322C62B41C}"/>
              </a:ext>
            </a:extLst>
          </p:cNvPr>
          <p:cNvSpPr txBox="1"/>
          <p:nvPr/>
        </p:nvSpPr>
        <p:spPr>
          <a:xfrm>
            <a:off x="160256" y="301658"/>
            <a:ext cx="9030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>
                <a:latin typeface="Arial Black" panose="020B0A04020102020204" pitchFamily="34" charset="0"/>
              </a:rPr>
              <a:t>Köszönjük a figyelmet!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EACDDFDA-42C5-D130-BDDF-60FB88599F95}"/>
              </a:ext>
            </a:extLst>
          </p:cNvPr>
          <p:cNvSpPr txBox="1"/>
          <p:nvPr/>
        </p:nvSpPr>
        <p:spPr>
          <a:xfrm>
            <a:off x="7918514" y="5263929"/>
            <a:ext cx="65327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Arial Black" panose="020B0A04020102020204" pitchFamily="34" charset="0"/>
              </a:rPr>
              <a:t>Készítette:</a:t>
            </a:r>
          </a:p>
          <a:p>
            <a:r>
              <a:rPr lang="hu-HU" dirty="0" err="1">
                <a:latin typeface="Arial Black" panose="020B0A04020102020204" pitchFamily="34" charset="0"/>
              </a:rPr>
              <a:t>Rohrer</a:t>
            </a:r>
            <a:r>
              <a:rPr lang="hu-HU" dirty="0">
                <a:latin typeface="Arial Black" panose="020B0A04020102020204" pitchFamily="34" charset="0"/>
              </a:rPr>
              <a:t> Tamás</a:t>
            </a:r>
          </a:p>
          <a:p>
            <a:r>
              <a:rPr lang="hu-HU" dirty="0">
                <a:latin typeface="Arial Black" panose="020B0A04020102020204" pitchFamily="34" charset="0"/>
              </a:rPr>
              <a:t>Szellem Csaba Kristóf</a:t>
            </a:r>
          </a:p>
          <a:p>
            <a:r>
              <a:rPr lang="hu-HU" dirty="0">
                <a:latin typeface="Arial Black" panose="020B0A04020102020204" pitchFamily="34" charset="0"/>
              </a:rPr>
              <a:t>Takács Máté</a:t>
            </a:r>
          </a:p>
          <a:p>
            <a:r>
              <a:rPr lang="hu-HU" dirty="0">
                <a:latin typeface="Arial Black" panose="020B0A04020102020204" pitchFamily="34" charset="0"/>
              </a:rPr>
              <a:t>Simiakis Axel Christopher</a:t>
            </a:r>
          </a:p>
          <a:p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911635F9-0CD7-07DA-5045-9663E09F0043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13/13</a:t>
            </a:r>
          </a:p>
        </p:txBody>
      </p:sp>
    </p:spTree>
    <p:extLst>
      <p:ext uri="{BB962C8B-B14F-4D97-AF65-F5344CB8AC3E}">
        <p14:creationId xmlns:p14="http://schemas.microsoft.com/office/powerpoint/2010/main" val="2388723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2. egyéni séma">
      <a:dk1>
        <a:sysClr val="windowText" lastClr="000000"/>
      </a:dk1>
      <a:lt1>
        <a:sysClr val="window" lastClr="FFFFFF"/>
      </a:lt1>
      <a:dk2>
        <a:srgbClr val="006730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138</TotalTime>
  <Words>244</Words>
  <Application>Microsoft Office PowerPoint</Application>
  <PresentationFormat>Szélesvásznú</PresentationFormat>
  <Paragraphs>80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Century Gothic</vt:lpstr>
      <vt:lpstr>Wingdings 3</vt:lpstr>
      <vt:lpstr>Ion</vt:lpstr>
      <vt:lpstr>PÓTKOCSIPONT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Axel Simiakis</dc:creator>
  <cp:lastModifiedBy>Axel Simiakis</cp:lastModifiedBy>
  <cp:revision>1</cp:revision>
  <dcterms:created xsi:type="dcterms:W3CDTF">2026-03-17T14:19:36Z</dcterms:created>
  <dcterms:modified xsi:type="dcterms:W3CDTF">2026-03-17T16:55:03Z</dcterms:modified>
</cp:coreProperties>
</file>