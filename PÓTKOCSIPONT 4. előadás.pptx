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70" r:id="rId4"/>
    <p:sldId id="261" r:id="rId5"/>
    <p:sldId id="264" r:id="rId6"/>
    <p:sldId id="262" r:id="rId7"/>
    <p:sldId id="263" r:id="rId8"/>
    <p:sldId id="265" r:id="rId9"/>
    <p:sldId id="257" r:id="rId10"/>
    <p:sldId id="259" r:id="rId11"/>
    <p:sldId id="269" r:id="rId12"/>
    <p:sldId id="260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Simiakis" userId="a3a10e4bda652fc6" providerId="LiveId" clId="{873AC21E-F672-4393-96BF-6E18A110DEF3}"/>
    <pc:docChg chg="undo custSel modSld modMainMaster">
      <pc:chgData name="Axel Simiakis" userId="a3a10e4bda652fc6" providerId="LiveId" clId="{873AC21E-F672-4393-96BF-6E18A110DEF3}" dt="2026-03-31T12:33:26.047" v="502" actId="1076"/>
      <pc:docMkLst>
        <pc:docMk/>
      </pc:docMkLst>
      <pc:sldChg chg="modSp mod modTransition">
        <pc:chgData name="Axel Simiakis" userId="a3a10e4bda652fc6" providerId="LiveId" clId="{873AC21E-F672-4393-96BF-6E18A110DEF3}" dt="2026-03-18T06:32:27.744" v="423"/>
        <pc:sldMkLst>
          <pc:docMk/>
          <pc:sldMk cId="3096124709" sldId="256"/>
        </pc:sldMkLst>
        <pc:spChg chg="mod">
          <ac:chgData name="Axel Simiakis" userId="a3a10e4bda652fc6" providerId="LiveId" clId="{873AC21E-F672-4393-96BF-6E18A110DEF3}" dt="2026-03-17T16:21:50.019" v="22" actId="20577"/>
          <ac:spMkLst>
            <pc:docMk/>
            <pc:sldMk cId="3096124709" sldId="256"/>
            <ac:spMk id="7" creationId="{E7722D4C-EB42-C327-314E-DBA056475754}"/>
          </ac:spMkLst>
        </pc:spChg>
        <pc:picChg chg="mod">
          <ac:chgData name="Axel Simiakis" userId="a3a10e4bda652fc6" providerId="LiveId" clId="{873AC21E-F672-4393-96BF-6E18A110DEF3}" dt="2026-03-17T16:37:21.249" v="365" actId="1076"/>
          <ac:picMkLst>
            <pc:docMk/>
            <pc:sldMk cId="3096124709" sldId="256"/>
            <ac:picMk id="9" creationId="{AC44DFF5-263B-9205-A0A5-AD4E6379AF5B}"/>
          </ac:picMkLst>
        </pc:picChg>
      </pc:sldChg>
      <pc:sldChg chg="modSp mod modTransition">
        <pc:chgData name="Axel Simiakis" userId="a3a10e4bda652fc6" providerId="LiveId" clId="{873AC21E-F672-4393-96BF-6E18A110DEF3}" dt="2026-03-31T12:31:18.116" v="498" actId="14100"/>
        <pc:sldMkLst>
          <pc:docMk/>
          <pc:sldMk cId="484064262" sldId="257"/>
        </pc:sldMkLst>
        <pc:spChg chg="mod">
          <ac:chgData name="Axel Simiakis" userId="a3a10e4bda652fc6" providerId="LiveId" clId="{873AC21E-F672-4393-96BF-6E18A110DEF3}" dt="2026-03-31T12:29:19.852" v="479" actId="1076"/>
          <ac:spMkLst>
            <pc:docMk/>
            <pc:sldMk cId="484064262" sldId="257"/>
            <ac:spMk id="2" creationId="{A62FD69D-2EC3-867D-0F64-16C1ED8E11C2}"/>
          </ac:spMkLst>
        </pc:spChg>
        <pc:spChg chg="mod">
          <ac:chgData name="Axel Simiakis" userId="a3a10e4bda652fc6" providerId="LiveId" clId="{873AC21E-F672-4393-96BF-6E18A110DEF3}" dt="2026-03-31T12:29:13.979" v="477" actId="1076"/>
          <ac:spMkLst>
            <pc:docMk/>
            <pc:sldMk cId="484064262" sldId="257"/>
            <ac:spMk id="5" creationId="{E03EEFCE-078B-0345-7F99-11CB26E3FCD1}"/>
          </ac:spMkLst>
        </pc:spChg>
        <pc:picChg chg="mod modCrop">
          <ac:chgData name="Axel Simiakis" userId="a3a10e4bda652fc6" providerId="LiveId" clId="{873AC21E-F672-4393-96BF-6E18A110DEF3}" dt="2026-03-31T12:31:07.165" v="496" actId="1076"/>
          <ac:picMkLst>
            <pc:docMk/>
            <pc:sldMk cId="484064262" sldId="257"/>
            <ac:picMk id="4" creationId="{9CA61352-970F-5AC2-2D7E-CAE80894CD94}"/>
          </ac:picMkLst>
        </pc:picChg>
        <pc:picChg chg="mod modCrop">
          <ac:chgData name="Axel Simiakis" userId="a3a10e4bda652fc6" providerId="LiveId" clId="{873AC21E-F672-4393-96BF-6E18A110DEF3}" dt="2026-03-31T12:31:01.584" v="495" actId="1076"/>
          <ac:picMkLst>
            <pc:docMk/>
            <pc:sldMk cId="484064262" sldId="257"/>
            <ac:picMk id="7" creationId="{4CD4AEF4-9E44-ECBE-4C70-B14540344E8F}"/>
          </ac:picMkLst>
        </pc:picChg>
        <pc:picChg chg="mod modCrop">
          <ac:chgData name="Axel Simiakis" userId="a3a10e4bda652fc6" providerId="LiveId" clId="{873AC21E-F672-4393-96BF-6E18A110DEF3}" dt="2026-03-31T12:31:18.116" v="498" actId="14100"/>
          <ac:picMkLst>
            <pc:docMk/>
            <pc:sldMk cId="484064262" sldId="257"/>
            <ac:picMk id="10" creationId="{D1989407-09D3-DC52-3E4B-83C464903882}"/>
          </ac:picMkLst>
        </pc:picChg>
        <pc:picChg chg="mod">
          <ac:chgData name="Axel Simiakis" userId="a3a10e4bda652fc6" providerId="LiveId" clId="{873AC21E-F672-4393-96BF-6E18A110DEF3}" dt="2026-03-31T12:30:30.855" v="491" actId="14100"/>
          <ac:picMkLst>
            <pc:docMk/>
            <pc:sldMk cId="484064262" sldId="257"/>
            <ac:picMk id="13" creationId="{05B8475C-4275-359C-449D-044C28E3E700}"/>
          </ac:picMkLst>
        </pc:picChg>
      </pc:sldChg>
      <pc:sldChg chg="modTransition">
        <pc:chgData name="Axel Simiakis" userId="a3a10e4bda652fc6" providerId="LiveId" clId="{873AC21E-F672-4393-96BF-6E18A110DEF3}" dt="2026-03-18T06:32:27.744" v="423"/>
        <pc:sldMkLst>
          <pc:docMk/>
          <pc:sldMk cId="1926134843" sldId="258"/>
        </pc:sldMkLst>
      </pc:sldChg>
      <pc:sldChg chg="modSp mod modTransition">
        <pc:chgData name="Axel Simiakis" userId="a3a10e4bda652fc6" providerId="LiveId" clId="{873AC21E-F672-4393-96BF-6E18A110DEF3}" dt="2026-03-18T06:32:27.744" v="423"/>
        <pc:sldMkLst>
          <pc:docMk/>
          <pc:sldMk cId="1332301333" sldId="259"/>
        </pc:sldMkLst>
        <pc:spChg chg="mod">
          <ac:chgData name="Axel Simiakis" userId="a3a10e4bda652fc6" providerId="LiveId" clId="{873AC21E-F672-4393-96BF-6E18A110DEF3}" dt="2026-03-17T16:27:38.120" v="169" actId="1076"/>
          <ac:spMkLst>
            <pc:docMk/>
            <pc:sldMk cId="1332301333" sldId="259"/>
            <ac:spMk id="2" creationId="{E62DFC85-B519-2839-953E-6BD8DE4F7FF4}"/>
          </ac:spMkLst>
        </pc:spChg>
        <pc:spChg chg="mod">
          <ac:chgData name="Axel Simiakis" userId="a3a10e4bda652fc6" providerId="LiveId" clId="{873AC21E-F672-4393-96BF-6E18A110DEF3}" dt="2026-03-17T16:27:42.133" v="170" actId="1076"/>
          <ac:spMkLst>
            <pc:docMk/>
            <pc:sldMk cId="1332301333" sldId="259"/>
            <ac:spMk id="3" creationId="{9ED57E29-54F7-B46B-C783-AEBDE5D57105}"/>
          </ac:spMkLst>
        </pc:spChg>
        <pc:spChg chg="mod">
          <ac:chgData name="Axel Simiakis" userId="a3a10e4bda652fc6" providerId="LiveId" clId="{873AC21E-F672-4393-96BF-6E18A110DEF3}" dt="2026-03-17T16:27:55.198" v="174" actId="20577"/>
          <ac:spMkLst>
            <pc:docMk/>
            <pc:sldMk cId="1332301333" sldId="259"/>
            <ac:spMk id="7" creationId="{67B0F025-6289-9BE5-D8FD-C172CF9680B9}"/>
          </ac:spMkLst>
        </pc:spChg>
      </pc:sldChg>
      <pc:sldChg chg="modTransition">
        <pc:chgData name="Axel Simiakis" userId="a3a10e4bda652fc6" providerId="LiveId" clId="{873AC21E-F672-4393-96BF-6E18A110DEF3}" dt="2026-03-18T06:32:27.744" v="423"/>
        <pc:sldMkLst>
          <pc:docMk/>
          <pc:sldMk cId="584668558" sldId="260"/>
        </pc:sldMkLst>
      </pc:sldChg>
      <pc:sldChg chg="modTransition">
        <pc:chgData name="Axel Simiakis" userId="a3a10e4bda652fc6" providerId="LiveId" clId="{873AC21E-F672-4393-96BF-6E18A110DEF3}" dt="2026-03-18T06:32:27.744" v="423"/>
        <pc:sldMkLst>
          <pc:docMk/>
          <pc:sldMk cId="3537513857" sldId="261"/>
        </pc:sldMkLst>
      </pc:sldChg>
      <pc:sldChg chg="addSp delSp modSp mod modTransition">
        <pc:chgData name="Axel Simiakis" userId="a3a10e4bda652fc6" providerId="LiveId" clId="{873AC21E-F672-4393-96BF-6E18A110DEF3}" dt="2026-03-31T12:27:42.756" v="471" actId="1076"/>
        <pc:sldMkLst>
          <pc:docMk/>
          <pc:sldMk cId="3205812461" sldId="262"/>
        </pc:sldMkLst>
        <pc:spChg chg="mod">
          <ac:chgData name="Axel Simiakis" userId="a3a10e4bda652fc6" providerId="LiveId" clId="{873AC21E-F672-4393-96BF-6E18A110DEF3}" dt="2026-03-17T16:37:02.381" v="363" actId="20577"/>
          <ac:spMkLst>
            <pc:docMk/>
            <pc:sldMk cId="3205812461" sldId="262"/>
            <ac:spMk id="3" creationId="{B3745585-2286-964B-62D0-4DE77172AE46}"/>
          </ac:spMkLst>
        </pc:spChg>
        <pc:picChg chg="del">
          <ac:chgData name="Axel Simiakis" userId="a3a10e4bda652fc6" providerId="LiveId" clId="{873AC21E-F672-4393-96BF-6E18A110DEF3}" dt="2026-03-31T12:25:08.710" v="469" actId="478"/>
          <ac:picMkLst>
            <pc:docMk/>
            <pc:sldMk cId="3205812461" sldId="262"/>
            <ac:picMk id="4" creationId="{8F040058-F838-F74D-6E11-25503FA4FBAD}"/>
          </ac:picMkLst>
        </pc:picChg>
        <pc:picChg chg="add mod">
          <ac:chgData name="Axel Simiakis" userId="a3a10e4bda652fc6" providerId="LiveId" clId="{873AC21E-F672-4393-96BF-6E18A110DEF3}" dt="2026-03-31T12:27:42.756" v="471" actId="1076"/>
          <ac:picMkLst>
            <pc:docMk/>
            <pc:sldMk cId="3205812461" sldId="262"/>
            <ac:picMk id="7" creationId="{E7F3443B-5275-048F-767A-B94DC971173F}"/>
          </ac:picMkLst>
        </pc:picChg>
      </pc:sldChg>
      <pc:sldChg chg="addSp delSp modSp mod modTransition">
        <pc:chgData name="Axel Simiakis" userId="a3a10e4bda652fc6" providerId="LiveId" clId="{873AC21E-F672-4393-96BF-6E18A110DEF3}" dt="2026-03-18T06:32:27.744" v="423"/>
        <pc:sldMkLst>
          <pc:docMk/>
          <pc:sldMk cId="3377140834" sldId="263"/>
        </pc:sldMkLst>
        <pc:picChg chg="add mod">
          <ac:chgData name="Axel Simiakis" userId="a3a10e4bda652fc6" providerId="LiveId" clId="{873AC21E-F672-4393-96BF-6E18A110DEF3}" dt="2026-03-17T16:35:56.503" v="336" actId="1076"/>
          <ac:picMkLst>
            <pc:docMk/>
            <pc:sldMk cId="3377140834" sldId="263"/>
            <ac:picMk id="6" creationId="{5370CC77-636F-C2DF-7B3E-69B51E75959F}"/>
          </ac:picMkLst>
        </pc:picChg>
        <pc:picChg chg="add mod">
          <ac:chgData name="Axel Simiakis" userId="a3a10e4bda652fc6" providerId="LiveId" clId="{873AC21E-F672-4393-96BF-6E18A110DEF3}" dt="2026-03-17T16:36:09.003" v="338" actId="14100"/>
          <ac:picMkLst>
            <pc:docMk/>
            <pc:sldMk cId="3377140834" sldId="263"/>
            <ac:picMk id="8" creationId="{41921730-D125-B378-BD67-1247376C1751}"/>
          </ac:picMkLst>
        </pc:picChg>
      </pc:sldChg>
      <pc:sldChg chg="modSp mod modTransition">
        <pc:chgData name="Axel Simiakis" userId="a3a10e4bda652fc6" providerId="LiveId" clId="{873AC21E-F672-4393-96BF-6E18A110DEF3}" dt="2026-03-31T12:24:49.053" v="468" actId="20577"/>
        <pc:sldMkLst>
          <pc:docMk/>
          <pc:sldMk cId="3200738166" sldId="264"/>
        </pc:sldMkLst>
        <pc:spChg chg="mod">
          <ac:chgData name="Axel Simiakis" userId="a3a10e4bda652fc6" providerId="LiveId" clId="{873AC21E-F672-4393-96BF-6E18A110DEF3}" dt="2026-03-17T16:25:31.414" v="138" actId="1076"/>
          <ac:spMkLst>
            <pc:docMk/>
            <pc:sldMk cId="3200738166" sldId="264"/>
            <ac:spMk id="2" creationId="{49F42AEF-55C2-A67C-4524-CFDC3D316B66}"/>
          </ac:spMkLst>
        </pc:spChg>
        <pc:spChg chg="mod">
          <ac:chgData name="Axel Simiakis" userId="a3a10e4bda652fc6" providerId="LiveId" clId="{873AC21E-F672-4393-96BF-6E18A110DEF3}" dt="2026-03-31T12:24:49.053" v="468" actId="20577"/>
          <ac:spMkLst>
            <pc:docMk/>
            <pc:sldMk cId="3200738166" sldId="264"/>
            <ac:spMk id="3" creationId="{8D485831-949F-AE6A-5E05-89D2CBA9B629}"/>
          </ac:spMkLst>
        </pc:spChg>
        <pc:picChg chg="mod">
          <ac:chgData name="Axel Simiakis" userId="a3a10e4bda652fc6" providerId="LiveId" clId="{873AC21E-F672-4393-96BF-6E18A110DEF3}" dt="2026-03-31T12:20:09.260" v="430" actId="1076"/>
          <ac:picMkLst>
            <pc:docMk/>
            <pc:sldMk cId="3200738166" sldId="264"/>
            <ac:picMk id="5" creationId="{6ADC3103-C192-66BC-1E4E-16B354339C61}"/>
          </ac:picMkLst>
        </pc:picChg>
      </pc:sldChg>
      <pc:sldChg chg="modTransition">
        <pc:chgData name="Axel Simiakis" userId="a3a10e4bda652fc6" providerId="LiveId" clId="{873AC21E-F672-4393-96BF-6E18A110DEF3}" dt="2026-03-18T06:32:27.744" v="423"/>
        <pc:sldMkLst>
          <pc:docMk/>
          <pc:sldMk cId="3935008260" sldId="265"/>
        </pc:sldMkLst>
      </pc:sldChg>
      <pc:sldChg chg="modTransition">
        <pc:chgData name="Axel Simiakis" userId="a3a10e4bda652fc6" providerId="LiveId" clId="{873AC21E-F672-4393-96BF-6E18A110DEF3}" dt="2026-03-18T06:32:27.744" v="423"/>
        <pc:sldMkLst>
          <pc:docMk/>
          <pc:sldMk cId="2029977239" sldId="266"/>
        </pc:sldMkLst>
      </pc:sldChg>
      <pc:sldChg chg="addSp modSp mod modTransition">
        <pc:chgData name="Axel Simiakis" userId="a3a10e4bda652fc6" providerId="LiveId" clId="{873AC21E-F672-4393-96BF-6E18A110DEF3}" dt="2026-03-31T12:19:31.474" v="428" actId="14100"/>
        <pc:sldMkLst>
          <pc:docMk/>
          <pc:sldMk cId="2388723664" sldId="267"/>
        </pc:sldMkLst>
        <pc:cxnChg chg="add mod">
          <ac:chgData name="Axel Simiakis" userId="a3a10e4bda652fc6" providerId="LiveId" clId="{873AC21E-F672-4393-96BF-6E18A110DEF3}" dt="2026-03-31T12:19:31.474" v="428" actId="14100"/>
          <ac:cxnSpMkLst>
            <pc:docMk/>
            <pc:sldMk cId="2388723664" sldId="267"/>
            <ac:cxnSpMk id="6" creationId="{1B6CF114-3C6F-60A4-E51E-03E245AAA219}"/>
          </ac:cxnSpMkLst>
        </pc:cxnChg>
      </pc:sldChg>
      <pc:sldChg chg="modSp mod modTransition">
        <pc:chgData name="Axel Simiakis" userId="a3a10e4bda652fc6" providerId="LiveId" clId="{873AC21E-F672-4393-96BF-6E18A110DEF3}" dt="2026-03-18T06:32:27.744" v="423"/>
        <pc:sldMkLst>
          <pc:docMk/>
          <pc:sldMk cId="1023122012" sldId="268"/>
        </pc:sldMkLst>
        <pc:spChg chg="mod">
          <ac:chgData name="Axel Simiakis" userId="a3a10e4bda652fc6" providerId="LiveId" clId="{873AC21E-F672-4393-96BF-6E18A110DEF3}" dt="2026-03-17T16:55:00.235" v="421" actId="20577"/>
          <ac:spMkLst>
            <pc:docMk/>
            <pc:sldMk cId="1023122012" sldId="268"/>
            <ac:spMk id="4" creationId="{EE5ADBA6-C85C-D99A-D329-0AD8324068A6}"/>
          </ac:spMkLst>
        </pc:spChg>
      </pc:sldChg>
      <pc:sldChg chg="addSp modSp">
        <pc:chgData name="Axel Simiakis" userId="a3a10e4bda652fc6" providerId="LiveId" clId="{873AC21E-F672-4393-96BF-6E18A110DEF3}" dt="2026-03-31T12:33:26.047" v="502" actId="1076"/>
        <pc:sldMkLst>
          <pc:docMk/>
          <pc:sldMk cId="2876709063" sldId="269"/>
        </pc:sldMkLst>
        <pc:picChg chg="add mod">
          <ac:chgData name="Axel Simiakis" userId="a3a10e4bda652fc6" providerId="LiveId" clId="{873AC21E-F672-4393-96BF-6E18A110DEF3}" dt="2026-03-31T12:33:26.047" v="502" actId="1076"/>
          <ac:picMkLst>
            <pc:docMk/>
            <pc:sldMk cId="2876709063" sldId="269"/>
            <ac:picMk id="1026" creationId="{E399260E-FC67-438E-6C50-FEC5F86A3834}"/>
          </ac:picMkLst>
        </pc:picChg>
      </pc:sldChg>
      <pc:sldMasterChg chg="modTransition modSldLayout">
        <pc:chgData name="Axel Simiakis" userId="a3a10e4bda652fc6" providerId="LiveId" clId="{873AC21E-F672-4393-96BF-6E18A110DEF3}" dt="2026-03-18T06:32:27.744" v="423"/>
        <pc:sldMasterMkLst>
          <pc:docMk/>
          <pc:sldMasterMk cId="3635586331" sldId="2147483660"/>
        </pc:sldMasterMkLst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630376530" sldId="2147483661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1003060647" sldId="2147483662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0740419" sldId="2147483663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727417786" sldId="2147483664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2027144152" sldId="2147483665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2981430878" sldId="2147483666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648697094" sldId="2147483667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811324359" sldId="2147483668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1537340796" sldId="2147483669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005998319" sldId="2147483670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2664895913" sldId="2147483671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2803089465" sldId="2147483672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277572860" sldId="2147483673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1441535149" sldId="2147483674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847053983" sldId="2147483675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3212583742" sldId="2147483676"/>
          </pc:sldLayoutMkLst>
        </pc:sldLayoutChg>
        <pc:sldLayoutChg chg="modTransition">
          <pc:chgData name="Axel Simiakis" userId="a3a10e4bda652fc6" providerId="LiveId" clId="{873AC21E-F672-4393-96BF-6E18A110DEF3}" dt="2026-03-18T06:32:27.744" v="423"/>
          <pc:sldLayoutMkLst>
            <pc:docMk/>
            <pc:sldMasterMk cId="3635586331" sldId="2147483660"/>
            <pc:sldLayoutMk cId="1718515162" sldId="214748367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5805F-627C-47A6-B574-2F8B895AD55B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D8820-F710-4962-B36B-97E6C6FA90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675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82ED-E2A0-45EE-A900-5CECE35EE4C1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037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6DD4-A7BB-4079-AEEC-5FBA51A408DA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30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C853-3349-4B4E-84C4-C3BF00A7AAC2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4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E44D6-DB11-4FCF-878D-9092708D23C5}" type="datetime1">
              <a:rPr lang="hu-HU" smtClean="0"/>
              <a:t>2026. 03. 31.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741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0FFF-3DF9-4D9B-95C3-CFDF014AB823}" type="datetime1">
              <a:rPr lang="hu-HU" smtClean="0"/>
              <a:t>2026. 03. 31.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714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FAF9-A3F5-4DBB-8DBB-8A5F28327910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143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1A0C-302F-44D3-82DC-99E72D48604C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869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2C03-DB76-481B-ABD3-91CCE81FF506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132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03DE-CC12-4DB5-A5E9-977C12F709F6}" type="datetime1">
              <a:rPr lang="hu-HU" smtClean="0"/>
              <a:t>2026. 03. 31.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34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FDDA-06F0-40F6-BBAA-547CF71445E8}" type="datetime1">
              <a:rPr lang="hu-HU" smtClean="0"/>
              <a:t>2026. 03. 31.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599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A2B3-36A7-44FB-B0A4-C0BBC2612B71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489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F164-BA85-4EF3-A7AB-8BDCDBF46403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08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90C1-290E-4EAB-871A-D8CA8D595E01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757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5B85-E8E4-4D30-A7F9-CE5F1B588490}" type="datetime1">
              <a:rPr lang="hu-HU" smtClean="0"/>
              <a:t>2026. 03. 31.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153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09BF1-0D5D-4E86-A10E-92E09AC81F1B}" type="datetime1">
              <a:rPr lang="hu-HU" smtClean="0"/>
              <a:t>2026. 03. 31.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705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0C23-D069-4702-BAD9-16497FF498C0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258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D4D4-0FEA-4547-B8BA-D86AA459B1A5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51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D83A346-10E5-4A1C-B743-83D1BBD2D93B}" type="datetime1">
              <a:rPr lang="hu-HU" smtClean="0"/>
              <a:t>2026. 03. 31.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hu-HU"/>
              <a:t>15/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31D58-DEAA-4775-8F08-EA39F077B2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5586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DB6DEC-F69A-31B5-09E9-ED4CA248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767"/>
            <a:ext cx="9144000" cy="100243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PÓTKOCSIPONT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7722D4C-EB42-C327-314E-DBA056475754}"/>
              </a:ext>
            </a:extLst>
          </p:cNvPr>
          <p:cNvSpPr txBox="1"/>
          <p:nvPr/>
        </p:nvSpPr>
        <p:spPr>
          <a:xfrm>
            <a:off x="0" y="1219200"/>
            <a:ext cx="6886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Arial Black" panose="020B0A04020102020204" pitchFamily="34" charset="0"/>
              </a:rPr>
              <a:t>Asztali utánfutó alkalmazás</a:t>
            </a:r>
          </a:p>
          <a:p>
            <a:pPr lvl="1"/>
            <a:r>
              <a:rPr lang="hu-HU" sz="2000" dirty="0">
                <a:latin typeface="Arial Black" panose="020B0A04020102020204" pitchFamily="34" charset="0"/>
              </a:rPr>
              <a:t>Python 3.13 + PySide6 + </a:t>
            </a:r>
            <a:r>
              <a:rPr lang="hu-HU" sz="2000" dirty="0" err="1">
                <a:latin typeface="Arial Black" panose="020B0A04020102020204" pitchFamily="34" charset="0"/>
              </a:rPr>
              <a:t>SQLAlchemy</a:t>
            </a:r>
            <a:endParaRPr lang="hu-HU" sz="2000" dirty="0">
              <a:latin typeface="Arial Black" panose="020B0A0402010202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C44DFF5-263B-9205-A0A5-AD4E6379A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" y="2309352"/>
            <a:ext cx="8352148" cy="4331881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BA5AB37F-BDFE-622E-5A14-F717F280BA15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01/15</a:t>
            </a:r>
          </a:p>
        </p:txBody>
      </p:sp>
    </p:spTree>
    <p:extLst>
      <p:ext uri="{BB962C8B-B14F-4D97-AF65-F5344CB8AC3E}">
        <p14:creationId xmlns:p14="http://schemas.microsoft.com/office/powerpoint/2010/main" val="309612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BE03-38C2-DA84-0DB3-3491C0972F7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6377233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Projekt Célja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A2A87-346C-2EF2-C781-ECA6EAEDDA9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6377233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Modern asztali bérlő rendszer fejlesztése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Biztonságos hitelesítés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Időintervallum alapú foglalás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Skálázható architektúra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B70B915-F705-54D7-C9A2-E4F5DE1B3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375" y="2903457"/>
            <a:ext cx="7313425" cy="3679906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22527B5-953C-EA40-7C07-420219C10FF8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02/15</a:t>
            </a:r>
          </a:p>
        </p:txBody>
      </p:sp>
    </p:spTree>
    <p:extLst>
      <p:ext uri="{BB962C8B-B14F-4D97-AF65-F5344CB8AC3E}">
        <p14:creationId xmlns:p14="http://schemas.microsoft.com/office/powerpoint/2010/main" val="192613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1F33627-5BE5-C29B-488C-A8EBC6C6C213}"/>
              </a:ext>
            </a:extLst>
          </p:cNvPr>
          <p:cNvSpPr txBox="1"/>
          <p:nvPr/>
        </p:nvSpPr>
        <p:spPr>
          <a:xfrm>
            <a:off x="122548" y="197963"/>
            <a:ext cx="4835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hu-HU" sz="4200" dirty="0">
                <a:solidFill>
                  <a:schemeClr val="tx2"/>
                </a:solidFill>
                <a:latin typeface="Arial Black" panose="020B0A04020102020204" pitchFamily="34" charset="0"/>
                <a:ea typeface="+mj-ea"/>
                <a:cs typeface="+mj-cs"/>
              </a:rPr>
              <a:t>Versenytársak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C1FC868-53AE-E470-367C-4160C868D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97226" y="1172297"/>
            <a:ext cx="4213860" cy="3201035"/>
          </a:xfrm>
          <a:prstGeom prst="rect">
            <a:avLst/>
          </a:prstGeom>
          <a:noFill/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2BC0C685-BD61-E2A5-9046-D19A252930B0}"/>
              </a:ext>
            </a:extLst>
          </p:cNvPr>
          <p:cNvSpPr txBox="1"/>
          <p:nvPr/>
        </p:nvSpPr>
        <p:spPr>
          <a:xfrm>
            <a:off x="49327" y="1074655"/>
            <a:ext cx="791851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HireHop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800100" lvl="1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dirty="0"/>
              <a:t> </a:t>
            </a:r>
            <a:r>
              <a:rPr lang="hu-HU" sz="1400" dirty="0"/>
              <a:t>Ideális olyan vállalkozásoknak, amelyek szeretnék egy helyen kezelni a foglalásokat, eszközállományt és ügyfélkapcsolatokat egy asztali felületen.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RenKit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800100" lvl="1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1400" dirty="0"/>
              <a:t>Ha szükséged van egy könnyen kezelhető asztali felületre a napi bérleti műveletekhez, a </a:t>
            </a:r>
            <a:r>
              <a:rPr lang="hu-HU" sz="1400" dirty="0" err="1"/>
              <a:t>RentKit</a:t>
            </a:r>
            <a:r>
              <a:rPr lang="hu-HU" sz="1400" dirty="0"/>
              <a:t> jó választás lehet.</a:t>
            </a:r>
            <a:endParaRPr lang="hu-HU" sz="14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Big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Rentals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800100" lvl="1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1400" dirty="0"/>
              <a:t>Bár elsősorban webes SaaS platform, asztali böngészőben (Chrome, Edge stb.) ugyanúgy használható „</a:t>
            </a:r>
            <a:r>
              <a:rPr lang="hu-HU" sz="1400" dirty="0" err="1"/>
              <a:t>desktop</a:t>
            </a:r>
            <a:r>
              <a:rPr lang="hu-HU" sz="1400" dirty="0"/>
              <a:t> </a:t>
            </a:r>
            <a:r>
              <a:rPr lang="hu-HU" sz="1400" dirty="0" err="1"/>
              <a:t>szerűen</a:t>
            </a:r>
            <a:r>
              <a:rPr lang="hu-HU" sz="1400" dirty="0"/>
              <a:t>”, és sok vállalkozás számára kiváltja a helyi szoftvereket.</a:t>
            </a:r>
          </a:p>
          <a:p>
            <a:pPr marL="800100" lvl="1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Kép5">
            <a:extLst>
              <a:ext uri="{FF2B5EF4-FFF2-40B4-BE49-F238E27FC236}">
                <a16:creationId xmlns:a16="http://schemas.microsoft.com/office/drawing/2014/main" id="{387C64FF-EC7D-B45B-B04B-49E1B0AC4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79207" y="4209366"/>
            <a:ext cx="5760720" cy="2563495"/>
          </a:xfrm>
          <a:prstGeom prst="rect">
            <a:avLst/>
          </a:prstGeom>
          <a:noFill/>
        </p:spPr>
      </p:pic>
      <p:pic>
        <p:nvPicPr>
          <p:cNvPr id="6" name="Kép3">
            <a:extLst>
              <a:ext uri="{FF2B5EF4-FFF2-40B4-BE49-F238E27FC236}">
                <a16:creationId xmlns:a16="http://schemas.microsoft.com/office/drawing/2014/main" id="{E6067F41-261F-92F5-932A-66A2031D3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751026" y="3832860"/>
            <a:ext cx="4054475" cy="3025140"/>
          </a:xfrm>
          <a:prstGeom prst="rect">
            <a:avLst/>
          </a:prstGeom>
          <a:noFill/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12656CD3-2273-2DD4-3D55-7254E512F151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03/15</a:t>
            </a:r>
          </a:p>
        </p:txBody>
      </p:sp>
    </p:spTree>
    <p:extLst>
      <p:ext uri="{BB962C8B-B14F-4D97-AF65-F5344CB8AC3E}">
        <p14:creationId xmlns:p14="http://schemas.microsoft.com/office/powerpoint/2010/main" val="345740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493E-F5D2-C56F-0725-FA326F6480A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0371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Használt Technológiák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17FD13F-BDE4-C3CC-84F5-96299DBE2CB8}"/>
              </a:ext>
            </a:extLst>
          </p:cNvPr>
          <p:cNvSpPr txBox="1"/>
          <p:nvPr/>
        </p:nvSpPr>
        <p:spPr>
          <a:xfrm>
            <a:off x="457200" y="1178351"/>
            <a:ext cx="5005633" cy="258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Python 3.13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Pyside6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Adatbázis: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SQLAlchemy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Postgre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SQL</a:t>
            </a:r>
          </a:p>
        </p:txBody>
      </p:sp>
      <p:pic>
        <p:nvPicPr>
          <p:cNvPr id="1030" name="Picture 6" descr="Python SQLAlchemy">
            <a:extLst>
              <a:ext uri="{FF2B5EF4-FFF2-40B4-BE49-F238E27FC236}">
                <a16:creationId xmlns:a16="http://schemas.microsoft.com/office/drawing/2014/main" id="{DCB5C235-91B6-FA17-CAB3-B5A03725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480" y="942645"/>
            <a:ext cx="3849720" cy="190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3.13's Latest Features - AliTech">
            <a:extLst>
              <a:ext uri="{FF2B5EF4-FFF2-40B4-BE49-F238E27FC236}">
                <a16:creationId xmlns:a16="http://schemas.microsoft.com/office/drawing/2014/main" id="{96F0DFD1-F1AA-64AC-2E55-0BAE24F0F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30" y="2932522"/>
            <a:ext cx="2675641" cy="267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Side6 Python GUI Course | nodeep777 ...">
            <a:extLst>
              <a:ext uri="{FF2B5EF4-FFF2-40B4-BE49-F238E27FC236}">
                <a16:creationId xmlns:a16="http://schemas.microsoft.com/office/drawing/2014/main" id="{4134770B-0E7A-818C-3A78-FC6BCF1F5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99" y="4102786"/>
            <a:ext cx="4264850" cy="248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12A88F8-455D-3050-404F-7E882A3EB67F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04/15</a:t>
            </a:r>
          </a:p>
        </p:txBody>
      </p:sp>
      <p:pic>
        <p:nvPicPr>
          <p:cNvPr id="3" name="Picture 2" descr="PostgreSQL Foreign Data Wrappers | Kentik Blog">
            <a:extLst>
              <a:ext uri="{FF2B5EF4-FFF2-40B4-BE49-F238E27FC236}">
                <a16:creationId xmlns:a16="http://schemas.microsoft.com/office/drawing/2014/main" id="{6C80D2B5-0BEB-AE5F-B1EE-55EC1C9A6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063" y="1582131"/>
            <a:ext cx="3014417" cy="195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51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2AEF-55C2-A67C-4524-CFDC3D316B66}"/>
              </a:ext>
            </a:extLst>
          </p:cNvPr>
          <p:cNvSpPr txBox="1">
            <a:spLocks/>
          </p:cNvSpPr>
          <p:nvPr/>
        </p:nvSpPr>
        <p:spPr>
          <a:xfrm>
            <a:off x="0" y="490194"/>
            <a:ext cx="4378751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Architektúra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5831-949F-AE6A-5E05-89D2CBA9B629}"/>
              </a:ext>
            </a:extLst>
          </p:cNvPr>
          <p:cNvSpPr txBox="1">
            <a:spLocks/>
          </p:cNvSpPr>
          <p:nvPr/>
        </p:nvSpPr>
        <p:spPr>
          <a:xfrm>
            <a:off x="-42421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Központi </a:t>
            </a:r>
            <a:r>
              <a:rPr lang="hu-HU" dirty="0" err="1">
                <a:latin typeface="Arial Black" panose="020B0A04020102020204" pitchFamily="34" charset="0"/>
              </a:rPr>
              <a:t>adatázis</a:t>
            </a:r>
            <a:endParaRPr lang="hu-HU" dirty="0">
              <a:latin typeface="Arial Black" panose="020B0A04020102020204" pitchFamily="34" charset="0"/>
            </a:endParaRPr>
          </a:p>
          <a:p>
            <a:r>
              <a:rPr lang="hu-HU" dirty="0">
                <a:latin typeface="Arial Black" panose="020B0A04020102020204" pitchFamily="34" charset="0"/>
              </a:rPr>
              <a:t>MVVM-szerű felépítés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UI Mappa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View</a:t>
            </a:r>
            <a:r>
              <a:rPr lang="hu-HU" dirty="0">
                <a:latin typeface="Arial Black" panose="020B0A04020102020204" pitchFamily="34" charset="0"/>
              </a:rPr>
              <a:t> mappában oldalak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Service: üzleti logika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Models</a:t>
            </a:r>
            <a:r>
              <a:rPr lang="hu-HU" dirty="0">
                <a:latin typeface="Arial Black" panose="020B0A04020102020204" pitchFamily="34" charset="0"/>
              </a:rPr>
              <a:t> (ORM)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SQLAlchemy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Seedben</a:t>
            </a:r>
            <a:r>
              <a:rPr lang="hu-HU" dirty="0">
                <a:latin typeface="Arial Black" panose="020B0A04020102020204" pitchFamily="34" charset="0"/>
              </a:rPr>
              <a:t> tesztadatok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Session mappában jogosultságok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4E2CDFA-5F86-99F0-EFE1-9F1157D3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5" y="1417638"/>
            <a:ext cx="6031394" cy="414417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ADC3103-C192-66BC-1E4E-16B35433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1" y="5151276"/>
            <a:ext cx="5233952" cy="1706724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F785A0B9-559F-854A-FAF1-0EAD1EF62FC9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05/15</a:t>
            </a:r>
          </a:p>
        </p:txBody>
      </p:sp>
    </p:spTree>
    <p:extLst>
      <p:ext uri="{BB962C8B-B14F-4D97-AF65-F5344CB8AC3E}">
        <p14:creationId xmlns:p14="http://schemas.microsoft.com/office/powerpoint/2010/main" val="320073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A4AD-DFE0-89EE-DE51-DD6172800B9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Projekt Struktúra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45585-2286-964B-62D0-4DE77172AE46}"/>
              </a:ext>
            </a:extLst>
          </p:cNvPr>
          <p:cNvSpPr txBox="1">
            <a:spLocks/>
          </p:cNvSpPr>
          <p:nvPr/>
        </p:nvSpPr>
        <p:spPr>
          <a:xfrm>
            <a:off x="391212" y="1307969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b="1" dirty="0"/>
              <a:t>app.py – navigáció és session kezelés</a:t>
            </a:r>
          </a:p>
          <a:p>
            <a:pPr lvl="1"/>
            <a:r>
              <a:rPr lang="hu-HU" b="1" dirty="0"/>
              <a:t>database.py – adatbázis kapcsolat generálódik</a:t>
            </a:r>
          </a:p>
          <a:p>
            <a:pPr lvl="1"/>
            <a:r>
              <a:rPr lang="hu-HU" b="1" dirty="0"/>
              <a:t>session_manager.py – login állapot</a:t>
            </a:r>
          </a:p>
          <a:p>
            <a:pPr lvl="1"/>
            <a:r>
              <a:rPr lang="hu-HU" b="1" dirty="0" err="1"/>
              <a:t>models</a:t>
            </a:r>
            <a:r>
              <a:rPr lang="hu-HU" b="1" dirty="0"/>
              <a:t>/ – ORM adatmodellek</a:t>
            </a:r>
          </a:p>
          <a:p>
            <a:pPr lvl="1"/>
            <a:r>
              <a:rPr lang="hu-HU" b="1" dirty="0" err="1"/>
              <a:t>viewmodels</a:t>
            </a:r>
            <a:r>
              <a:rPr lang="hu-HU" b="1" dirty="0"/>
              <a:t>/ – üzleti logika</a:t>
            </a:r>
          </a:p>
          <a:p>
            <a:pPr lvl="1"/>
            <a:r>
              <a:rPr lang="hu-HU" b="1" dirty="0"/>
              <a:t>UI Mappa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9B03A57-BD2D-8D09-1311-3B586578AAED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06/15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7F3443B-5275-048F-767A-B94DC9711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769" y="1307969"/>
            <a:ext cx="3566469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1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C34C-0417-B014-28BC-1D5D113B19A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Adatbázis Modell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FC81-8C44-F7AE-0963-4FB901D8A3E5}"/>
              </a:ext>
            </a:extLst>
          </p:cNvPr>
          <p:cNvSpPr txBox="1">
            <a:spLocks/>
          </p:cNvSpPr>
          <p:nvPr/>
        </p:nvSpPr>
        <p:spPr>
          <a:xfrm>
            <a:off x="457200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Központi szerverről megy</a:t>
            </a:r>
          </a:p>
          <a:p>
            <a:r>
              <a:rPr lang="en-US" dirty="0">
                <a:latin typeface="Arial Black" panose="020B0A04020102020204" pitchFamily="34" charset="0"/>
              </a:rPr>
              <a:t>Users, Roles</a:t>
            </a:r>
          </a:p>
          <a:p>
            <a:pPr lvl="1"/>
            <a:r>
              <a:rPr lang="en-US" dirty="0">
                <a:latin typeface="Arial Black" panose="020B0A04020102020204" pitchFamily="34" charset="0"/>
              </a:rPr>
              <a:t>3 N forma</a:t>
            </a:r>
          </a:p>
          <a:p>
            <a:pPr lvl="1"/>
            <a:r>
              <a:rPr lang="en-US" dirty="0" err="1">
                <a:latin typeface="Arial Black" panose="020B0A04020102020204" pitchFamily="34" charset="0"/>
              </a:rPr>
              <a:t>TrailerTypes</a:t>
            </a:r>
            <a:r>
              <a:rPr lang="en-US" dirty="0">
                <a:latin typeface="Arial Black" panose="020B0A04020102020204" pitchFamily="34" charset="0"/>
              </a:rPr>
              <a:t>, Trailers</a:t>
            </a:r>
          </a:p>
          <a:p>
            <a:pPr lvl="1"/>
            <a:r>
              <a:rPr lang="en-US" dirty="0">
                <a:latin typeface="Arial Black" panose="020B0A04020102020204" pitchFamily="34" charset="0"/>
              </a:rPr>
              <a:t>Bookings</a:t>
            </a:r>
          </a:p>
          <a:p>
            <a:pPr lvl="1"/>
            <a:r>
              <a:rPr lang="en-US" dirty="0">
                <a:latin typeface="Arial Black" panose="020B0A04020102020204" pitchFamily="34" charset="0"/>
              </a:rPr>
              <a:t>Payments, Invoices</a:t>
            </a:r>
          </a:p>
          <a:p>
            <a:pPr lvl="1"/>
            <a:r>
              <a:rPr lang="en-US" dirty="0" err="1">
                <a:latin typeface="Arial Black" panose="020B0A04020102020204" pitchFamily="34" charset="0"/>
              </a:rPr>
              <a:t>PriceHistory</a:t>
            </a:r>
            <a:r>
              <a:rPr lang="en-US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AuditLog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6075E00-32BE-BEC5-CB02-9AB34EF1CC3B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07/15</a:t>
            </a:r>
          </a:p>
        </p:txBody>
      </p:sp>
      <p:pic>
        <p:nvPicPr>
          <p:cNvPr id="6" name="Kép28">
            <a:extLst>
              <a:ext uri="{FF2B5EF4-FFF2-40B4-BE49-F238E27FC236}">
                <a16:creationId xmlns:a16="http://schemas.microsoft.com/office/drawing/2014/main" id="{5370CC77-636F-C2DF-7B3E-69B51E75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33822" y="1336142"/>
            <a:ext cx="3653663" cy="5354637"/>
          </a:xfrm>
          <a:prstGeom prst="rect">
            <a:avLst/>
          </a:prstGeom>
          <a:noFill/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1921730-D125-B378-BD67-1247376C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3" y="3657417"/>
            <a:ext cx="4726475" cy="31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4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10EB-0A7A-3480-2EF2-CF55BEB281EB}"/>
              </a:ext>
            </a:extLst>
          </p:cNvPr>
          <p:cNvSpPr txBox="1">
            <a:spLocks/>
          </p:cNvSpPr>
          <p:nvPr/>
        </p:nvSpPr>
        <p:spPr>
          <a:xfrm>
            <a:off x="2474536" y="2857500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8000" dirty="0">
                <a:latin typeface="Arial Black" panose="020B0A04020102020204" pitchFamily="34" charset="0"/>
              </a:rPr>
              <a:t>Fő Funkciók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190B698-3DBD-6227-5E1F-C7FF720AEBB6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08/15</a:t>
            </a:r>
          </a:p>
        </p:txBody>
      </p:sp>
    </p:spTree>
    <p:extLst>
      <p:ext uri="{BB962C8B-B14F-4D97-AF65-F5344CB8AC3E}">
        <p14:creationId xmlns:p14="http://schemas.microsoft.com/office/powerpoint/2010/main" val="393500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9CA61352-970F-5AC2-2D7E-CAE80894C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2" t="17884" r="31045" b="7781"/>
          <a:stretch>
            <a:fillRect/>
          </a:stretch>
        </p:blipFill>
        <p:spPr>
          <a:xfrm>
            <a:off x="4911910" y="3388566"/>
            <a:ext cx="3005476" cy="339236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A62FD69D-2EC3-867D-0F64-16C1ED8E11C2}"/>
              </a:ext>
            </a:extLst>
          </p:cNvPr>
          <p:cNvSpPr txBox="1"/>
          <p:nvPr/>
        </p:nvSpPr>
        <p:spPr>
          <a:xfrm>
            <a:off x="0" y="163883"/>
            <a:ext cx="6693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Javítások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03EEFCE-078B-0345-7F99-11CB26E3FCD1}"/>
              </a:ext>
            </a:extLst>
          </p:cNvPr>
          <p:cNvSpPr txBox="1"/>
          <p:nvPr/>
        </p:nvSpPr>
        <p:spPr>
          <a:xfrm>
            <a:off x="0" y="1013982"/>
            <a:ext cx="500542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Belépés és felhasználó adatainak módosításai láthatóbbak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hu-HU" sz="4000" dirty="0">
                <a:latin typeface="Arial Black" panose="020B0A04020102020204" pitchFamily="34" charset="0"/>
                <a:ea typeface="+mj-ea"/>
                <a:cs typeface="+mj-cs"/>
              </a:rPr>
              <a:t>Meglévő </a:t>
            </a:r>
            <a:r>
              <a:rPr lang="hu-HU" sz="4000" dirty="0" err="1">
                <a:latin typeface="Arial Black" panose="020B0A04020102020204" pitchFamily="34" charset="0"/>
                <a:ea typeface="+mj-ea"/>
                <a:cs typeface="+mj-cs"/>
              </a:rPr>
              <a:t>Funciók</a:t>
            </a:r>
            <a:endParaRPr lang="hu-HU" sz="4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Sikeres bejelentkezés és regisztráció után is látható a visszajelzés</a:t>
            </a: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</a:rPr>
              <a:t>Ha képet </a:t>
            </a:r>
            <a:r>
              <a:rPr lang="en-US" sz="2000" dirty="0" err="1">
                <a:latin typeface="Arial Black" panose="020B0A04020102020204" pitchFamily="34" charset="0"/>
              </a:rPr>
              <a:t>mentünk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ott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akkor</a:t>
            </a:r>
            <a:r>
              <a:rPr lang="en-US" sz="2000" dirty="0">
                <a:latin typeface="Arial Black" panose="020B0A04020102020204" pitchFamily="34" charset="0"/>
              </a:rPr>
              <a:t> a </a:t>
            </a:r>
            <a:r>
              <a:rPr lang="en-US" sz="2000" dirty="0" err="1">
                <a:latin typeface="Arial Black" panose="020B0A04020102020204" pitchFamily="34" charset="0"/>
              </a:rPr>
              <a:t>kiválasztással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mentve</a:t>
            </a:r>
            <a:r>
              <a:rPr lang="en-US" sz="2000" dirty="0">
                <a:latin typeface="Arial Black" panose="020B0A04020102020204" pitchFamily="34" charset="0"/>
              </a:rPr>
              <a:t> is</a:t>
            </a:r>
            <a:r>
              <a:rPr lang="hu-HU" sz="2000" dirty="0">
                <a:latin typeface="Arial Black" panose="020B0A04020102020204" pitchFamily="34" charset="0"/>
              </a:rPr>
              <a:t> van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F618D35D-1A4A-B026-9BB7-CBC7BFF638F8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09/15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CD4AEF4-9E44-ECBE-4C70-B14540344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61" t="36846" r="40982" b="30695"/>
          <a:stretch>
            <a:fillRect/>
          </a:stretch>
        </p:blipFill>
        <p:spPr>
          <a:xfrm>
            <a:off x="1409224" y="4568801"/>
            <a:ext cx="2186975" cy="218708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1989407-09D3-DC52-3E4B-83C464903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0" t="22921" r="27614" b="18861"/>
          <a:stretch>
            <a:fillRect/>
          </a:stretch>
        </p:blipFill>
        <p:spPr>
          <a:xfrm>
            <a:off x="5392132" y="59596"/>
            <a:ext cx="4910680" cy="350621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05B8475C-4275-359C-449D-044C28E3E7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08" y="3612312"/>
            <a:ext cx="4723676" cy="31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6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62DFC85-B519-2839-953E-6BD8DE4F7FF4}"/>
              </a:ext>
            </a:extLst>
          </p:cNvPr>
          <p:cNvSpPr txBox="1"/>
          <p:nvPr/>
        </p:nvSpPr>
        <p:spPr>
          <a:xfrm>
            <a:off x="377072" y="120862"/>
            <a:ext cx="5718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Meglévő Funkciók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ED57E29-54F7-B46B-C783-AEBDE5D57105}"/>
              </a:ext>
            </a:extLst>
          </p:cNvPr>
          <p:cNvSpPr txBox="1"/>
          <p:nvPr/>
        </p:nvSpPr>
        <p:spPr>
          <a:xfrm>
            <a:off x="188951" y="884656"/>
            <a:ext cx="436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Tudjuk már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megjeleniteni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az utánfutókat foglalni a naptárban csak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bejelenkezett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állapotban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835B804-0205-35A9-3541-EE6FD0EFF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267" y="1977445"/>
            <a:ext cx="7554428" cy="3856627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67B0F025-6289-9BE5-D8FD-C172CF9680B9}"/>
              </a:ext>
            </a:extLst>
          </p:cNvPr>
          <p:cNvSpPr txBox="1"/>
          <p:nvPr/>
        </p:nvSpPr>
        <p:spPr>
          <a:xfrm>
            <a:off x="188951" y="2244185"/>
            <a:ext cx="4176074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Vendégként látjuk a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foglaltságot</a:t>
            </a: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  <a:p>
            <a:pPr marL="342900" indent="-3429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Bejelentkezett állapotban tudunk foglalni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92AA88E-31CC-0AB7-0D92-D9C8E2D0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51" y="3962603"/>
            <a:ext cx="5565510" cy="282537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9C585DF-20FA-300F-BB22-6C77F701E424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133230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1417F0DF-5077-3571-84F6-160F870482D2}"/>
              </a:ext>
            </a:extLst>
          </p:cNvPr>
          <p:cNvSpPr txBox="1"/>
          <p:nvPr/>
        </p:nvSpPr>
        <p:spPr>
          <a:xfrm>
            <a:off x="377072" y="120862"/>
            <a:ext cx="5718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Új funkciók: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9560BCE-3445-87A2-1E7E-7F87635C4F13}"/>
              </a:ext>
            </a:extLst>
          </p:cNvPr>
          <p:cNvSpPr txBox="1"/>
          <p:nvPr/>
        </p:nvSpPr>
        <p:spPr>
          <a:xfrm>
            <a:off x="345652" y="859526"/>
            <a:ext cx="4326903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Az </a:t>
            </a: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admin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felületről statisztikát tudunk csinálni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Az aktuális foglalásokat látjuk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Tudunk onnét is foglalni másnak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Visszajelzést adunk a foglalásról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Email-ben értesítjük az ügyfelet a foglalásról mint fő extra funkciónk 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 err="1">
                <a:latin typeface="Arial Black" panose="020B0A04020102020204" pitchFamily="34" charset="0"/>
                <a:ea typeface="+mj-ea"/>
                <a:cs typeface="+mj-cs"/>
              </a:rPr>
              <a:t>Admin</a:t>
            </a: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 felületről ha az utánfutó szervizbe került, tudjuk törölni a foglalást (Email ebben az esetben is megy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u-HU" sz="200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8D48BE8-DA24-2122-AAB7-968EA7D8A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325" y="3582186"/>
            <a:ext cx="4301086" cy="3154951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D21F889-219C-BABA-E233-34EBEF0374DE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11/15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48BC1C9-631F-A61C-2D8F-713C40422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623" y="120862"/>
            <a:ext cx="4679367" cy="3427284"/>
          </a:xfrm>
          <a:prstGeom prst="rect">
            <a:avLst/>
          </a:prstGeom>
        </p:spPr>
      </p:pic>
      <p:pic>
        <p:nvPicPr>
          <p:cNvPr id="1026" name="Picture 2" descr="statisztika | Diákszótár: magyar szavak ...">
            <a:extLst>
              <a:ext uri="{FF2B5EF4-FFF2-40B4-BE49-F238E27FC236}">
                <a16:creationId xmlns:a16="http://schemas.microsoft.com/office/drawing/2014/main" id="{E399260E-FC67-438E-6C50-FEC5F86A3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555" y="3906514"/>
            <a:ext cx="2970802" cy="215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70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EB96-0C1E-C286-97B4-AEED2383115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Foglalási Logika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A975-DA11-1804-BE34-032AF7E77CC3}"/>
              </a:ext>
            </a:extLst>
          </p:cNvPr>
          <p:cNvSpPr txBox="1">
            <a:spLocks/>
          </p:cNvSpPr>
          <p:nvPr/>
        </p:nvSpPr>
        <p:spPr>
          <a:xfrm>
            <a:off x="457200" y="1600201"/>
            <a:ext cx="8229600" cy="196313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 err="1">
                <a:latin typeface="Arial Black" panose="020B0A04020102020204" pitchFamily="34" charset="0"/>
              </a:rPr>
              <a:t>start_datetime</a:t>
            </a:r>
            <a:r>
              <a:rPr lang="hu-HU" dirty="0">
                <a:latin typeface="Arial Black" panose="020B0A04020102020204" pitchFamily="34" charset="0"/>
              </a:rPr>
              <a:t> – </a:t>
            </a:r>
            <a:r>
              <a:rPr lang="hu-HU" dirty="0" err="1">
                <a:latin typeface="Arial Black" panose="020B0A04020102020204" pitchFamily="34" charset="0"/>
              </a:rPr>
              <a:t>end_datetime</a:t>
            </a:r>
            <a:r>
              <a:rPr lang="hu-HU" dirty="0">
                <a:latin typeface="Arial Black" panose="020B0A04020102020204" pitchFamily="34" charset="0"/>
              </a:rPr>
              <a:t> alapú rendszer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Ütközés ellenőrzés időintervallum alapján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Több foglalás lehetséges egy felhasználónak</a:t>
            </a:r>
          </a:p>
          <a:p>
            <a:pPr lvl="1"/>
            <a:r>
              <a:rPr lang="hu-HU" dirty="0">
                <a:latin typeface="Arial Black" panose="020B0A04020102020204" pitchFamily="34" charset="0"/>
              </a:rPr>
              <a:t>Tudunk </a:t>
            </a:r>
            <a:r>
              <a:rPr lang="hu-HU" dirty="0" err="1">
                <a:latin typeface="Arial Black" panose="020B0A04020102020204" pitchFamily="34" charset="0"/>
              </a:rPr>
              <a:t>adminként</a:t>
            </a:r>
            <a:r>
              <a:rPr lang="hu-HU" dirty="0">
                <a:latin typeface="Arial Black" panose="020B0A04020102020204" pitchFamily="34" charset="0"/>
              </a:rPr>
              <a:t> másnak is foglalni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ACA7DD0-D038-8BE4-5A70-B914CF68BAA1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12/15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B86336D4-65BB-96C0-BF5D-3DCEA6660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97481"/>
            <a:ext cx="5552602" cy="368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6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8893-95BF-5C49-572D-08143D8503A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>
                <a:latin typeface="Arial Black" panose="020B0A04020102020204" pitchFamily="34" charset="0"/>
              </a:rPr>
              <a:t>Biztonság és Stabilitás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C137E-0F37-15BE-5211-A2D5B1B60EC4}"/>
              </a:ext>
            </a:extLst>
          </p:cNvPr>
          <p:cNvSpPr txBox="1">
            <a:spLocks/>
          </p:cNvSpPr>
          <p:nvPr/>
        </p:nvSpPr>
        <p:spPr>
          <a:xfrm>
            <a:off x="457200" y="116601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dirty="0">
                <a:latin typeface="Arial Black" panose="020B0A04020102020204" pitchFamily="34" charset="0"/>
              </a:rPr>
              <a:t>Jelszó </a:t>
            </a:r>
            <a:r>
              <a:rPr lang="hu-HU" dirty="0" err="1">
                <a:latin typeface="Arial Black" panose="020B0A04020102020204" pitchFamily="34" charset="0"/>
              </a:rPr>
              <a:t>hash-elés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>
                <a:latin typeface="Arial Black" panose="020B0A04020102020204" pitchFamily="34" charset="0"/>
              </a:rPr>
              <a:t>Email </a:t>
            </a:r>
            <a:r>
              <a:rPr lang="hu-HU" dirty="0" err="1">
                <a:latin typeface="Arial Black" panose="020B0A04020102020204" pitchFamily="34" charset="0"/>
              </a:rPr>
              <a:t>unique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 err="1">
                <a:latin typeface="Arial Black" panose="020B0A04020102020204" pitchFamily="34" charset="0"/>
              </a:rPr>
              <a:t>constraint</a:t>
            </a:r>
            <a:endParaRPr lang="hu-HU" dirty="0">
              <a:latin typeface="Arial Black" panose="020B0A04020102020204" pitchFamily="34" charset="0"/>
            </a:endParaRPr>
          </a:p>
          <a:p>
            <a:pPr lvl="1"/>
            <a:r>
              <a:rPr lang="hu-HU" dirty="0">
                <a:latin typeface="Arial Black" panose="020B0A04020102020204" pitchFamily="34" charset="0"/>
              </a:rPr>
              <a:t>Session alapú hitelesítés</a:t>
            </a:r>
          </a:p>
          <a:p>
            <a:pPr lvl="1"/>
            <a:r>
              <a:rPr lang="hu-HU" dirty="0" err="1">
                <a:latin typeface="Arial Black" panose="020B0A04020102020204" pitchFamily="34" charset="0"/>
              </a:rPr>
              <a:t>Soft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 err="1">
                <a:latin typeface="Arial Black" panose="020B0A04020102020204" pitchFamily="34" charset="0"/>
              </a:rPr>
              <a:t>delete</a:t>
            </a:r>
            <a:r>
              <a:rPr lang="hu-HU" dirty="0">
                <a:latin typeface="Arial Black" panose="020B0A04020102020204" pitchFamily="34" charset="0"/>
              </a:rPr>
              <a:t> támogatás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B13198C-DE31-1095-E4B9-9A1AC986B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511" y="2918004"/>
            <a:ext cx="7052454" cy="366535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B729AB30-7056-C1D9-43D1-794EEBD6C990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202997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A734486-B52F-6225-5D65-7F9C0A5F47EA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14/15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083E92D-D982-10BE-BBD0-2B97C07106F4}"/>
              </a:ext>
            </a:extLst>
          </p:cNvPr>
          <p:cNvSpPr txBox="1"/>
          <p:nvPr/>
        </p:nvSpPr>
        <p:spPr>
          <a:xfrm>
            <a:off x="377072" y="697584"/>
            <a:ext cx="5297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200" dirty="0">
                <a:latin typeface="Arial Black" panose="020B0A04020102020204" pitchFamily="34" charset="0"/>
              </a:rPr>
              <a:t>További tervek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E5ADBA6-C85C-D99A-D329-0AD8324068A6}"/>
              </a:ext>
            </a:extLst>
          </p:cNvPr>
          <p:cNvSpPr txBox="1"/>
          <p:nvPr/>
        </p:nvSpPr>
        <p:spPr>
          <a:xfrm>
            <a:off x="377072" y="1555423"/>
            <a:ext cx="6834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u-HU" sz="2000" dirty="0">
                <a:latin typeface="Arial Black" panose="020B0A04020102020204" pitchFamily="34" charset="0"/>
                <a:ea typeface="+mj-ea"/>
                <a:cs typeface="+mj-cs"/>
              </a:rPr>
              <a:t>Szépítés, finomhangolás és felmerülő apróbb hibák megelőzése, kivédése</a:t>
            </a:r>
          </a:p>
        </p:txBody>
      </p:sp>
    </p:spTree>
    <p:extLst>
      <p:ext uri="{BB962C8B-B14F-4D97-AF65-F5344CB8AC3E}">
        <p14:creationId xmlns:p14="http://schemas.microsoft.com/office/powerpoint/2010/main" val="102312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C02C77A-FAAA-01A9-3564-DD322C62B41C}"/>
              </a:ext>
            </a:extLst>
          </p:cNvPr>
          <p:cNvSpPr txBox="1"/>
          <p:nvPr/>
        </p:nvSpPr>
        <p:spPr>
          <a:xfrm>
            <a:off x="160256" y="301658"/>
            <a:ext cx="9030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latin typeface="Arial Black" panose="020B0A04020102020204" pitchFamily="34" charset="0"/>
              </a:rPr>
              <a:t>Köszönjük a figyelmet!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ACDDFDA-42C5-D130-BDDF-60FB88599F95}"/>
              </a:ext>
            </a:extLst>
          </p:cNvPr>
          <p:cNvSpPr txBox="1"/>
          <p:nvPr/>
        </p:nvSpPr>
        <p:spPr>
          <a:xfrm>
            <a:off x="7918514" y="5263929"/>
            <a:ext cx="6532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Arial Black" panose="020B0A04020102020204" pitchFamily="34" charset="0"/>
              </a:rPr>
              <a:t>Készítette:</a:t>
            </a:r>
          </a:p>
          <a:p>
            <a:r>
              <a:rPr lang="hu-HU" dirty="0" err="1">
                <a:latin typeface="Arial Black" panose="020B0A04020102020204" pitchFamily="34" charset="0"/>
              </a:rPr>
              <a:t>Rohrer</a:t>
            </a:r>
            <a:r>
              <a:rPr lang="hu-HU" dirty="0">
                <a:latin typeface="Arial Black" panose="020B0A04020102020204" pitchFamily="34" charset="0"/>
              </a:rPr>
              <a:t> Tamás</a:t>
            </a:r>
          </a:p>
          <a:p>
            <a:r>
              <a:rPr lang="hu-HU" dirty="0">
                <a:latin typeface="Arial Black" panose="020B0A04020102020204" pitchFamily="34" charset="0"/>
              </a:rPr>
              <a:t>Szellem Csaba Kristóf</a:t>
            </a:r>
          </a:p>
          <a:p>
            <a:r>
              <a:rPr lang="hu-HU" dirty="0">
                <a:latin typeface="Arial Black" panose="020B0A04020102020204" pitchFamily="34" charset="0"/>
              </a:rPr>
              <a:t>Takács Máté</a:t>
            </a:r>
          </a:p>
          <a:p>
            <a:r>
              <a:rPr lang="hu-HU" dirty="0">
                <a:latin typeface="Arial Black" panose="020B0A04020102020204" pitchFamily="34" charset="0"/>
              </a:rPr>
              <a:t>Simiakis Axel Christopher</a:t>
            </a:r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11635F9-0CD7-07DA-5045-9663E09F0043}"/>
              </a:ext>
            </a:extLst>
          </p:cNvPr>
          <p:cNvSpPr txBox="1"/>
          <p:nvPr/>
        </p:nvSpPr>
        <p:spPr>
          <a:xfrm>
            <a:off x="10360058" y="490194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15/15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60D90ED-06D1-B9B4-9FBC-986690937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78" y="1339391"/>
            <a:ext cx="5377206" cy="5377206"/>
          </a:xfrm>
          <a:prstGeom prst="rect">
            <a:avLst/>
          </a:prstGeom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1B6CF114-3C6F-60A4-E51E-03E245AAA219}"/>
              </a:ext>
            </a:extLst>
          </p:cNvPr>
          <p:cNvCxnSpPr>
            <a:cxnSpLocks/>
          </p:cNvCxnSpPr>
          <p:nvPr/>
        </p:nvCxnSpPr>
        <p:spPr>
          <a:xfrm flipV="1">
            <a:off x="2535810" y="5052767"/>
            <a:ext cx="131976" cy="9426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72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2. egyéni séma">
      <a:dk1>
        <a:sysClr val="windowText" lastClr="000000"/>
      </a:dk1>
      <a:lt1>
        <a:sysClr val="window" lastClr="FFFFFF"/>
      </a:lt1>
      <a:dk2>
        <a:srgbClr val="006730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252</TotalTime>
  <Words>373</Words>
  <Application>Microsoft Office PowerPoint</Application>
  <PresentationFormat>Szélesvásznú</PresentationFormat>
  <Paragraphs>97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Century Gothic</vt:lpstr>
      <vt:lpstr>Wingdings 3</vt:lpstr>
      <vt:lpstr>Ion</vt:lpstr>
      <vt:lpstr>PÓTKOCSIPONT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Simiakis</dc:creator>
  <cp:lastModifiedBy>Axel Simiakis</cp:lastModifiedBy>
  <cp:revision>2</cp:revision>
  <dcterms:created xsi:type="dcterms:W3CDTF">2026-03-17T14:19:36Z</dcterms:created>
  <dcterms:modified xsi:type="dcterms:W3CDTF">2026-03-31T12:33:29Z</dcterms:modified>
</cp:coreProperties>
</file>